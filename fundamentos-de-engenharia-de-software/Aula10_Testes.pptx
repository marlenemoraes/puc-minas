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  <p:sldMasterId id="2147484114" r:id="rId2"/>
  </p:sldMasterIdLst>
  <p:notesMasterIdLst>
    <p:notesMasterId r:id="rId44"/>
  </p:notesMasterIdLst>
  <p:handoutMasterIdLst>
    <p:handoutMasterId r:id="rId45"/>
  </p:handoutMasterIdLst>
  <p:sldIdLst>
    <p:sldId id="256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302" r:id="rId32"/>
    <p:sldId id="298" r:id="rId33"/>
    <p:sldId id="299" r:id="rId34"/>
    <p:sldId id="300" r:id="rId35"/>
    <p:sldId id="368" r:id="rId36"/>
    <p:sldId id="367" r:id="rId37"/>
    <p:sldId id="366" r:id="rId38"/>
    <p:sldId id="365" r:id="rId39"/>
    <p:sldId id="364" r:id="rId40"/>
    <p:sldId id="369" r:id="rId41"/>
    <p:sldId id="363" r:id="rId42"/>
    <p:sldId id="362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54C1A7-B489-A736-35A4-7D4DD23B7940}" v="106" dt="2020-04-21T18:41:06.657"/>
    <p1510:client id="{D568DFF4-F4C9-2F06-766E-852677717264}" v="103" dt="2020-04-21T19:18:34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-132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Augusta Vieira Nelson" userId="S::442644@sga.pucminas.br::8d683c79-37cc-4624-9ea7-8f42da2488cf" providerId="AD" clId="Web-{D568DFF4-F4C9-2F06-766E-852677717264}"/>
    <pc:docChg chg="delSld modSld">
      <pc:chgData name="Maria Augusta Vieira Nelson" userId="S::442644@sga.pucminas.br::8d683c79-37cc-4624-9ea7-8f42da2488cf" providerId="AD" clId="Web-{D568DFF4-F4C9-2F06-766E-852677717264}" dt="2020-04-21T19:18:21.481" v="92"/>
      <pc:docMkLst>
        <pc:docMk/>
      </pc:docMkLst>
      <pc:sldChg chg="modSp">
        <pc:chgData name="Maria Augusta Vieira Nelson" userId="S::442644@sga.pucminas.br::8d683c79-37cc-4624-9ea7-8f42da2488cf" providerId="AD" clId="Web-{D568DFF4-F4C9-2F06-766E-852677717264}" dt="2020-04-21T19:14:52.840" v="11" actId="20577"/>
        <pc:sldMkLst>
          <pc:docMk/>
          <pc:sldMk cId="0" sldId="269"/>
        </pc:sldMkLst>
        <pc:spChg chg="mod">
          <ac:chgData name="Maria Augusta Vieira Nelson" userId="S::442644@sga.pucminas.br::8d683c79-37cc-4624-9ea7-8f42da2488cf" providerId="AD" clId="Web-{D568DFF4-F4C9-2F06-766E-852677717264}" dt="2020-04-21T19:14:52.840" v="11" actId="20577"/>
          <ac:spMkLst>
            <pc:docMk/>
            <pc:sldMk cId="0" sldId="269"/>
            <ac:spMk id="18438" creationId="{00000000-0000-0000-0000-000000000000}"/>
          </ac:spMkLst>
        </pc:spChg>
      </pc:sldChg>
      <pc:sldChg chg="del">
        <pc:chgData name="Maria Augusta Vieira Nelson" userId="S::442644@sga.pucminas.br::8d683c79-37cc-4624-9ea7-8f42da2488cf" providerId="AD" clId="Web-{D568DFF4-F4C9-2F06-766E-852677717264}" dt="2020-04-21T19:16:06.824" v="71"/>
        <pc:sldMkLst>
          <pc:docMk/>
          <pc:sldMk cId="0" sldId="303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24" v="70"/>
        <pc:sldMkLst>
          <pc:docMk/>
          <pc:sldMk cId="0" sldId="304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24" v="69"/>
        <pc:sldMkLst>
          <pc:docMk/>
          <pc:sldMk cId="0" sldId="305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24" v="68"/>
        <pc:sldMkLst>
          <pc:docMk/>
          <pc:sldMk cId="0" sldId="306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24" v="67"/>
        <pc:sldMkLst>
          <pc:docMk/>
          <pc:sldMk cId="0" sldId="307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24" v="66"/>
        <pc:sldMkLst>
          <pc:docMk/>
          <pc:sldMk cId="0" sldId="308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24" v="65"/>
        <pc:sldMkLst>
          <pc:docMk/>
          <pc:sldMk cId="0" sldId="309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24" v="64"/>
        <pc:sldMkLst>
          <pc:docMk/>
          <pc:sldMk cId="0" sldId="310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09" v="63"/>
        <pc:sldMkLst>
          <pc:docMk/>
          <pc:sldMk cId="0" sldId="311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09" v="62"/>
        <pc:sldMkLst>
          <pc:docMk/>
          <pc:sldMk cId="0" sldId="312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09" v="61"/>
        <pc:sldMkLst>
          <pc:docMk/>
          <pc:sldMk cId="0" sldId="313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09" v="60"/>
        <pc:sldMkLst>
          <pc:docMk/>
          <pc:sldMk cId="0" sldId="314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09" v="59"/>
        <pc:sldMkLst>
          <pc:docMk/>
          <pc:sldMk cId="0" sldId="315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09" v="58"/>
        <pc:sldMkLst>
          <pc:docMk/>
          <pc:sldMk cId="0" sldId="316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09" v="57"/>
        <pc:sldMkLst>
          <pc:docMk/>
          <pc:sldMk cId="0" sldId="317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46" v="19"/>
        <pc:sldMkLst>
          <pc:docMk/>
          <pc:sldMk cId="0" sldId="318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46" v="18"/>
        <pc:sldMkLst>
          <pc:docMk/>
          <pc:sldMk cId="0" sldId="319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46" v="17"/>
        <pc:sldMkLst>
          <pc:docMk/>
          <pc:sldMk cId="0" sldId="320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46" v="16"/>
        <pc:sldMkLst>
          <pc:docMk/>
          <pc:sldMk cId="0" sldId="321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30" v="15"/>
        <pc:sldMkLst>
          <pc:docMk/>
          <pc:sldMk cId="0" sldId="322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30" v="14"/>
        <pc:sldMkLst>
          <pc:docMk/>
          <pc:sldMk cId="0" sldId="323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30" v="13"/>
        <pc:sldMkLst>
          <pc:docMk/>
          <pc:sldMk cId="0" sldId="324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09" v="56"/>
        <pc:sldMkLst>
          <pc:docMk/>
          <pc:sldMk cId="3832697784" sldId="325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93" v="50"/>
        <pc:sldMkLst>
          <pc:docMk/>
          <pc:sldMk cId="4048936180" sldId="326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93" v="51"/>
        <pc:sldMkLst>
          <pc:docMk/>
          <pc:sldMk cId="3888501213" sldId="327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93" v="52"/>
        <pc:sldMkLst>
          <pc:docMk/>
          <pc:sldMk cId="548442698" sldId="328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09" v="53"/>
        <pc:sldMkLst>
          <pc:docMk/>
          <pc:sldMk cId="2735474550" sldId="329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09" v="54"/>
        <pc:sldMkLst>
          <pc:docMk/>
          <pc:sldMk cId="1793047885" sldId="330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809" v="55"/>
        <pc:sldMkLst>
          <pc:docMk/>
          <pc:sldMk cId="115376987" sldId="331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46" v="20"/>
        <pc:sldMkLst>
          <pc:docMk/>
          <pc:sldMk cId="1788833443" sldId="332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46" v="21"/>
        <pc:sldMkLst>
          <pc:docMk/>
          <pc:sldMk cId="4225803777" sldId="333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46" v="22"/>
        <pc:sldMkLst>
          <pc:docMk/>
          <pc:sldMk cId="1804540287" sldId="334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46" v="23"/>
        <pc:sldMkLst>
          <pc:docMk/>
          <pc:sldMk cId="145049680" sldId="335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46" v="24"/>
        <pc:sldMkLst>
          <pc:docMk/>
          <pc:sldMk cId="4082538489" sldId="336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46" v="25"/>
        <pc:sldMkLst>
          <pc:docMk/>
          <pc:sldMk cId="343422701" sldId="337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62" v="26"/>
        <pc:sldMkLst>
          <pc:docMk/>
          <pc:sldMk cId="218794846" sldId="338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62" v="27"/>
        <pc:sldMkLst>
          <pc:docMk/>
          <pc:sldMk cId="1716012288" sldId="339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62" v="28"/>
        <pc:sldMkLst>
          <pc:docMk/>
          <pc:sldMk cId="1765389386" sldId="340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62" v="29"/>
        <pc:sldMkLst>
          <pc:docMk/>
          <pc:sldMk cId="1928034085" sldId="341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62" v="30"/>
        <pc:sldMkLst>
          <pc:docMk/>
          <pc:sldMk cId="3335632616" sldId="342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62" v="31"/>
        <pc:sldMkLst>
          <pc:docMk/>
          <pc:sldMk cId="546457180" sldId="343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62" v="32"/>
        <pc:sldMkLst>
          <pc:docMk/>
          <pc:sldMk cId="421841301" sldId="344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62" v="33"/>
        <pc:sldMkLst>
          <pc:docMk/>
          <pc:sldMk cId="2039080272" sldId="345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62" v="34"/>
        <pc:sldMkLst>
          <pc:docMk/>
          <pc:sldMk cId="4118846496" sldId="346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62" v="35"/>
        <pc:sldMkLst>
          <pc:docMk/>
          <pc:sldMk cId="3458444243" sldId="347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77" v="36"/>
        <pc:sldMkLst>
          <pc:docMk/>
          <pc:sldMk cId="1184419257" sldId="348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77" v="37"/>
        <pc:sldMkLst>
          <pc:docMk/>
          <pc:sldMk cId="2096498897" sldId="349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77" v="38"/>
        <pc:sldMkLst>
          <pc:docMk/>
          <pc:sldMk cId="3373688015" sldId="350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77" v="39"/>
        <pc:sldMkLst>
          <pc:docMk/>
          <pc:sldMk cId="1468797802" sldId="351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77" v="40"/>
        <pc:sldMkLst>
          <pc:docMk/>
          <pc:sldMk cId="3975392935" sldId="352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77" v="41"/>
        <pc:sldMkLst>
          <pc:docMk/>
          <pc:sldMk cId="662633075" sldId="353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77" v="42"/>
        <pc:sldMkLst>
          <pc:docMk/>
          <pc:sldMk cId="2125306636" sldId="354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77" v="43"/>
        <pc:sldMkLst>
          <pc:docMk/>
          <pc:sldMk cId="1719651908" sldId="355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77" v="44"/>
        <pc:sldMkLst>
          <pc:docMk/>
          <pc:sldMk cId="3108829789" sldId="356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77" v="45"/>
        <pc:sldMkLst>
          <pc:docMk/>
          <pc:sldMk cId="4212164009" sldId="357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93" v="46"/>
        <pc:sldMkLst>
          <pc:docMk/>
          <pc:sldMk cId="1747757882" sldId="358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93" v="47"/>
        <pc:sldMkLst>
          <pc:docMk/>
          <pc:sldMk cId="3301251511" sldId="359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93" v="48"/>
        <pc:sldMkLst>
          <pc:docMk/>
          <pc:sldMk cId="1260880528" sldId="360"/>
        </pc:sldMkLst>
      </pc:sldChg>
      <pc:sldChg chg="del">
        <pc:chgData name="Maria Augusta Vieira Nelson" userId="S::442644@sga.pucminas.br::8d683c79-37cc-4624-9ea7-8f42da2488cf" providerId="AD" clId="Web-{D568DFF4-F4C9-2F06-766E-852677717264}" dt="2020-04-21T19:16:06.793" v="49"/>
        <pc:sldMkLst>
          <pc:docMk/>
          <pc:sldMk cId="55327201" sldId="361"/>
        </pc:sldMkLst>
      </pc:sldChg>
      <pc:sldChg chg="delSp modSp">
        <pc:chgData name="Maria Augusta Vieira Nelson" userId="S::442644@sga.pucminas.br::8d683c79-37cc-4624-9ea7-8f42da2488cf" providerId="AD" clId="Web-{D568DFF4-F4C9-2F06-766E-852677717264}" dt="2020-04-21T19:17:49.559" v="88"/>
        <pc:sldMkLst>
          <pc:docMk/>
          <pc:sldMk cId="1031393368" sldId="362"/>
        </pc:sldMkLst>
        <pc:spChg chg="del mod">
          <ac:chgData name="Maria Augusta Vieira Nelson" userId="S::442644@sga.pucminas.br::8d683c79-37cc-4624-9ea7-8f42da2488cf" providerId="AD" clId="Web-{D568DFF4-F4C9-2F06-766E-852677717264}" dt="2020-04-21T19:17:49.559" v="88"/>
          <ac:spMkLst>
            <pc:docMk/>
            <pc:sldMk cId="1031393368" sldId="362"/>
            <ac:spMk id="77826" creationId="{00000000-0000-0000-0000-000000000000}"/>
          </ac:spMkLst>
        </pc:spChg>
        <pc:spChg chg="mod">
          <ac:chgData name="Maria Augusta Vieira Nelson" userId="S::442644@sga.pucminas.br::8d683c79-37cc-4624-9ea7-8f42da2488cf" providerId="AD" clId="Web-{D568DFF4-F4C9-2F06-766E-852677717264}" dt="2020-04-21T19:17:06.152" v="82" actId="20577"/>
          <ac:spMkLst>
            <pc:docMk/>
            <pc:sldMk cId="1031393368" sldId="362"/>
            <ac:spMk id="173062" creationId="{00000000-0000-0000-0000-000000000000}"/>
          </ac:spMkLst>
        </pc:spChg>
      </pc:sldChg>
      <pc:sldChg chg="delSp">
        <pc:chgData name="Maria Augusta Vieira Nelson" userId="S::442644@sga.pucminas.br::8d683c79-37cc-4624-9ea7-8f42da2488cf" providerId="AD" clId="Web-{D568DFF4-F4C9-2F06-766E-852677717264}" dt="2020-04-21T19:17:31.871" v="85"/>
        <pc:sldMkLst>
          <pc:docMk/>
          <pc:sldMk cId="948953424" sldId="363"/>
        </pc:sldMkLst>
        <pc:spChg chg="del">
          <ac:chgData name="Maria Augusta Vieira Nelson" userId="S::442644@sga.pucminas.br::8d683c79-37cc-4624-9ea7-8f42da2488cf" providerId="AD" clId="Web-{D568DFF4-F4C9-2F06-766E-852677717264}" dt="2020-04-21T19:17:31.871" v="85"/>
          <ac:spMkLst>
            <pc:docMk/>
            <pc:sldMk cId="948953424" sldId="363"/>
            <ac:spMk id="76802" creationId="{00000000-0000-0000-0000-000000000000}"/>
          </ac:spMkLst>
        </pc:spChg>
      </pc:sldChg>
      <pc:sldChg chg="delSp">
        <pc:chgData name="Maria Augusta Vieira Nelson" userId="S::442644@sga.pucminas.br::8d683c79-37cc-4624-9ea7-8f42da2488cf" providerId="AD" clId="Web-{D568DFF4-F4C9-2F06-766E-852677717264}" dt="2020-04-21T19:17:56.887" v="89"/>
        <pc:sldMkLst>
          <pc:docMk/>
          <pc:sldMk cId="3908994106" sldId="364"/>
        </pc:sldMkLst>
        <pc:spChg chg="del">
          <ac:chgData name="Maria Augusta Vieira Nelson" userId="S::442644@sga.pucminas.br::8d683c79-37cc-4624-9ea7-8f42da2488cf" providerId="AD" clId="Web-{D568DFF4-F4C9-2F06-766E-852677717264}" dt="2020-04-21T19:17:56.887" v="89"/>
          <ac:spMkLst>
            <pc:docMk/>
            <pc:sldMk cId="3908994106" sldId="364"/>
            <ac:spMk id="75778" creationId="{00000000-0000-0000-0000-000000000000}"/>
          </ac:spMkLst>
        </pc:spChg>
      </pc:sldChg>
      <pc:sldChg chg="delSp">
        <pc:chgData name="Maria Augusta Vieira Nelson" userId="S::442644@sga.pucminas.br::8d683c79-37cc-4624-9ea7-8f42da2488cf" providerId="AD" clId="Web-{D568DFF4-F4C9-2F06-766E-852677717264}" dt="2020-04-21T19:18:04.121" v="90"/>
        <pc:sldMkLst>
          <pc:docMk/>
          <pc:sldMk cId="3643104700" sldId="365"/>
        </pc:sldMkLst>
        <pc:spChg chg="del">
          <ac:chgData name="Maria Augusta Vieira Nelson" userId="S::442644@sga.pucminas.br::8d683c79-37cc-4624-9ea7-8f42da2488cf" providerId="AD" clId="Web-{D568DFF4-F4C9-2F06-766E-852677717264}" dt="2020-04-21T19:18:04.121" v="90"/>
          <ac:spMkLst>
            <pc:docMk/>
            <pc:sldMk cId="3643104700" sldId="365"/>
            <ac:spMk id="74754" creationId="{00000000-0000-0000-0000-000000000000}"/>
          </ac:spMkLst>
        </pc:spChg>
      </pc:sldChg>
      <pc:sldChg chg="delSp">
        <pc:chgData name="Maria Augusta Vieira Nelson" userId="S::442644@sga.pucminas.br::8d683c79-37cc-4624-9ea7-8f42da2488cf" providerId="AD" clId="Web-{D568DFF4-F4C9-2F06-766E-852677717264}" dt="2020-04-21T19:18:12.059" v="91"/>
        <pc:sldMkLst>
          <pc:docMk/>
          <pc:sldMk cId="739569263" sldId="366"/>
        </pc:sldMkLst>
        <pc:spChg chg="del">
          <ac:chgData name="Maria Augusta Vieira Nelson" userId="S::442644@sga.pucminas.br::8d683c79-37cc-4624-9ea7-8f42da2488cf" providerId="AD" clId="Web-{D568DFF4-F4C9-2F06-766E-852677717264}" dt="2020-04-21T19:18:12.059" v="91"/>
          <ac:spMkLst>
            <pc:docMk/>
            <pc:sldMk cId="739569263" sldId="366"/>
            <ac:spMk id="73730" creationId="{00000000-0000-0000-0000-000000000000}"/>
          </ac:spMkLst>
        </pc:spChg>
      </pc:sldChg>
      <pc:sldChg chg="delSp">
        <pc:chgData name="Maria Augusta Vieira Nelson" userId="S::442644@sga.pucminas.br::8d683c79-37cc-4624-9ea7-8f42da2488cf" providerId="AD" clId="Web-{D568DFF4-F4C9-2F06-766E-852677717264}" dt="2020-04-21T19:18:21.481" v="92"/>
        <pc:sldMkLst>
          <pc:docMk/>
          <pc:sldMk cId="2830484199" sldId="367"/>
        </pc:sldMkLst>
        <pc:spChg chg="del">
          <ac:chgData name="Maria Augusta Vieira Nelson" userId="S::442644@sga.pucminas.br::8d683c79-37cc-4624-9ea7-8f42da2488cf" providerId="AD" clId="Web-{D568DFF4-F4C9-2F06-766E-852677717264}" dt="2020-04-21T19:18:21.481" v="92"/>
          <ac:spMkLst>
            <pc:docMk/>
            <pc:sldMk cId="2830484199" sldId="367"/>
            <ac:spMk id="72706" creationId="{00000000-0000-0000-0000-000000000000}"/>
          </ac:spMkLst>
        </pc:spChg>
      </pc:sldChg>
    </pc:docChg>
  </pc:docChgLst>
  <pc:docChgLst>
    <pc:chgData name="Maria Augusta Vieira Nelson" userId="S::442644@sga.pucminas.br::8d683c79-37cc-4624-9ea7-8f42da2488cf" providerId="AD" clId="Web-{3254C1A7-B489-A736-35A4-7D4DD23B7940}"/>
    <pc:docChg chg="addSld delSld sldOrd addMainMaster">
      <pc:chgData name="Maria Augusta Vieira Nelson" userId="S::442644@sga.pucminas.br::8d683c79-37cc-4624-9ea7-8f42da2488cf" providerId="AD" clId="Web-{3254C1A7-B489-A736-35A4-7D4DD23B7940}" dt="2020-04-21T18:41:06.657" v="105"/>
      <pc:docMkLst>
        <pc:docMk/>
      </pc:docMkLst>
      <pc:sldChg chg="ord">
        <pc:chgData name="Maria Augusta Vieira Nelson" userId="S::442644@sga.pucminas.br::8d683c79-37cc-4624-9ea7-8f42da2488cf" providerId="AD" clId="Web-{3254C1A7-B489-A736-35A4-7D4DD23B7940}" dt="2020-04-21T18:36:18.537" v="38"/>
        <pc:sldMkLst>
          <pc:docMk/>
          <pc:sldMk cId="0" sldId="318"/>
        </pc:sldMkLst>
      </pc:sldChg>
      <pc:sldChg chg="new">
        <pc:chgData name="Maria Augusta Vieira Nelson" userId="S::442644@sga.pucminas.br::8d683c79-37cc-4624-9ea7-8f42da2488cf" providerId="AD" clId="Web-{3254C1A7-B489-A736-35A4-7D4DD23B7940}" dt="2020-04-21T18:33:10.275" v="0"/>
        <pc:sldMkLst>
          <pc:docMk/>
          <pc:sldMk cId="3832697784" sldId="325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3:14.791" v="1"/>
        <pc:sldMkLst>
          <pc:docMk/>
          <pc:sldMk cId="4048936180" sldId="326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3:14.853" v="2"/>
        <pc:sldMkLst>
          <pc:docMk/>
          <pc:sldMk cId="3888501213" sldId="327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3:14.947" v="3"/>
        <pc:sldMkLst>
          <pc:docMk/>
          <pc:sldMk cId="548442698" sldId="328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3:15.010" v="4"/>
        <pc:sldMkLst>
          <pc:docMk/>
          <pc:sldMk cId="2735474550" sldId="329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3:15.056" v="5"/>
        <pc:sldMkLst>
          <pc:docMk/>
          <pc:sldMk cId="1793047885" sldId="330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3:15.135" v="6"/>
        <pc:sldMkLst>
          <pc:docMk/>
          <pc:sldMk cId="115376987" sldId="331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19.492" v="7"/>
        <pc:sldMkLst>
          <pc:docMk/>
          <pc:sldMk cId="1788833443" sldId="332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19.554" v="8"/>
        <pc:sldMkLst>
          <pc:docMk/>
          <pc:sldMk cId="4225803777" sldId="333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19.601" v="9"/>
        <pc:sldMkLst>
          <pc:docMk/>
          <pc:sldMk cId="1804540287" sldId="334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19.648" v="10"/>
        <pc:sldMkLst>
          <pc:docMk/>
          <pc:sldMk cId="145049680" sldId="335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19.695" v="11"/>
        <pc:sldMkLst>
          <pc:docMk/>
          <pc:sldMk cId="4082538489" sldId="336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19.757" v="12"/>
        <pc:sldMkLst>
          <pc:docMk/>
          <pc:sldMk cId="343422701" sldId="337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19.960" v="13"/>
        <pc:sldMkLst>
          <pc:docMk/>
          <pc:sldMk cId="218794846" sldId="338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007" v="14"/>
        <pc:sldMkLst>
          <pc:docMk/>
          <pc:sldMk cId="1716012288" sldId="339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070" v="15"/>
        <pc:sldMkLst>
          <pc:docMk/>
          <pc:sldMk cId="1765389386" sldId="340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148" v="16"/>
        <pc:sldMkLst>
          <pc:docMk/>
          <pc:sldMk cId="1928034085" sldId="341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210" v="17"/>
        <pc:sldMkLst>
          <pc:docMk/>
          <pc:sldMk cId="3335632616" sldId="342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273" v="18"/>
        <pc:sldMkLst>
          <pc:docMk/>
          <pc:sldMk cId="546457180" sldId="343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335" v="19"/>
        <pc:sldMkLst>
          <pc:docMk/>
          <pc:sldMk cId="421841301" sldId="344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429" v="20"/>
        <pc:sldMkLst>
          <pc:docMk/>
          <pc:sldMk cId="2039080272" sldId="345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492" v="21"/>
        <pc:sldMkLst>
          <pc:docMk/>
          <pc:sldMk cId="4118846496" sldId="346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663" v="22"/>
        <pc:sldMkLst>
          <pc:docMk/>
          <pc:sldMk cId="3458444243" sldId="347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726" v="23"/>
        <pc:sldMkLst>
          <pc:docMk/>
          <pc:sldMk cId="1184419257" sldId="348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773" v="24"/>
        <pc:sldMkLst>
          <pc:docMk/>
          <pc:sldMk cId="2096498897" sldId="349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835" v="25"/>
        <pc:sldMkLst>
          <pc:docMk/>
          <pc:sldMk cId="3373688015" sldId="350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882" v="26"/>
        <pc:sldMkLst>
          <pc:docMk/>
          <pc:sldMk cId="1468797802" sldId="351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929" v="27"/>
        <pc:sldMkLst>
          <pc:docMk/>
          <pc:sldMk cId="3975392935" sldId="352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0.960" v="28"/>
        <pc:sldMkLst>
          <pc:docMk/>
          <pc:sldMk cId="662633075" sldId="353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1.007" v="29"/>
        <pc:sldMkLst>
          <pc:docMk/>
          <pc:sldMk cId="2125306636" sldId="354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1.070" v="30"/>
        <pc:sldMkLst>
          <pc:docMk/>
          <pc:sldMk cId="1719651908" sldId="355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1.117" v="31"/>
        <pc:sldMkLst>
          <pc:docMk/>
          <pc:sldMk cId="3108829789" sldId="356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1.148" v="32"/>
        <pc:sldMkLst>
          <pc:docMk/>
          <pc:sldMk cId="4212164009" sldId="357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1.242" v="33"/>
        <pc:sldMkLst>
          <pc:docMk/>
          <pc:sldMk cId="1747757882" sldId="358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1.335" v="34"/>
        <pc:sldMkLst>
          <pc:docMk/>
          <pc:sldMk cId="3301251511" sldId="359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1.413" v="35"/>
        <pc:sldMkLst>
          <pc:docMk/>
          <pc:sldMk cId="1260880528" sldId="360"/>
        </pc:sldMkLst>
      </pc:sldChg>
      <pc:sldChg chg="add">
        <pc:chgData name="Maria Augusta Vieira Nelson" userId="S::442644@sga.pucminas.br::8d683c79-37cc-4624-9ea7-8f42da2488cf" providerId="AD" clId="Web-{3254C1A7-B489-A736-35A4-7D4DD23B7940}" dt="2020-04-21T18:35:21.445" v="36"/>
        <pc:sldMkLst>
          <pc:docMk/>
          <pc:sldMk cId="55327201" sldId="361"/>
        </pc:sldMkLst>
      </pc:sldChg>
      <pc:sldChg chg="add replId">
        <pc:chgData name="Maria Augusta Vieira Nelson" userId="S::442644@sga.pucminas.br::8d683c79-37cc-4624-9ea7-8f42da2488cf" providerId="AD" clId="Web-{3254C1A7-B489-A736-35A4-7D4DD23B7940}" dt="2020-04-21T18:41:05.657" v="99"/>
        <pc:sldMkLst>
          <pc:docMk/>
          <pc:sldMk cId="1031393368" sldId="362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92" v="98"/>
        <pc:sldMkLst>
          <pc:docMk/>
          <pc:sldMk cId="2919482727" sldId="362"/>
        </pc:sldMkLst>
      </pc:sldChg>
      <pc:sldChg chg="add replId">
        <pc:chgData name="Maria Augusta Vieira Nelson" userId="S::442644@sga.pucminas.br::8d683c79-37cc-4624-9ea7-8f42da2488cf" providerId="AD" clId="Web-{3254C1A7-B489-A736-35A4-7D4DD23B7940}" dt="2020-04-21T18:41:05.782" v="100"/>
        <pc:sldMkLst>
          <pc:docMk/>
          <pc:sldMk cId="948953424" sldId="363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92" v="97"/>
        <pc:sldMkLst>
          <pc:docMk/>
          <pc:sldMk cId="3765028806" sldId="363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76" v="96"/>
        <pc:sldMkLst>
          <pc:docMk/>
          <pc:sldMk cId="2271146885" sldId="364"/>
        </pc:sldMkLst>
      </pc:sldChg>
      <pc:sldChg chg="add replId">
        <pc:chgData name="Maria Augusta Vieira Nelson" userId="S::442644@sga.pucminas.br::8d683c79-37cc-4624-9ea7-8f42da2488cf" providerId="AD" clId="Web-{3254C1A7-B489-A736-35A4-7D4DD23B7940}" dt="2020-04-21T18:41:06.016" v="101"/>
        <pc:sldMkLst>
          <pc:docMk/>
          <pc:sldMk cId="3908994106" sldId="364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76" v="95"/>
        <pc:sldMkLst>
          <pc:docMk/>
          <pc:sldMk cId="2985046273" sldId="365"/>
        </pc:sldMkLst>
      </pc:sldChg>
      <pc:sldChg chg="add replId">
        <pc:chgData name="Maria Augusta Vieira Nelson" userId="S::442644@sga.pucminas.br::8d683c79-37cc-4624-9ea7-8f42da2488cf" providerId="AD" clId="Web-{3254C1A7-B489-A736-35A4-7D4DD23B7940}" dt="2020-04-21T18:41:06.125" v="102"/>
        <pc:sldMkLst>
          <pc:docMk/>
          <pc:sldMk cId="3643104700" sldId="365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76" v="94"/>
        <pc:sldMkLst>
          <pc:docMk/>
          <pc:sldMk cId="512249502" sldId="366"/>
        </pc:sldMkLst>
      </pc:sldChg>
      <pc:sldChg chg="add replId">
        <pc:chgData name="Maria Augusta Vieira Nelson" userId="S::442644@sga.pucminas.br::8d683c79-37cc-4624-9ea7-8f42da2488cf" providerId="AD" clId="Web-{3254C1A7-B489-A736-35A4-7D4DD23B7940}" dt="2020-04-21T18:41:06.375" v="103"/>
        <pc:sldMkLst>
          <pc:docMk/>
          <pc:sldMk cId="739569263" sldId="366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76" v="93"/>
        <pc:sldMkLst>
          <pc:docMk/>
          <pc:sldMk cId="1706848585" sldId="367"/>
        </pc:sldMkLst>
      </pc:sldChg>
      <pc:sldChg chg="add replId">
        <pc:chgData name="Maria Augusta Vieira Nelson" userId="S::442644@sga.pucminas.br::8d683c79-37cc-4624-9ea7-8f42da2488cf" providerId="AD" clId="Web-{3254C1A7-B489-A736-35A4-7D4DD23B7940}" dt="2020-04-21T18:41:06.532" v="104"/>
        <pc:sldMkLst>
          <pc:docMk/>
          <pc:sldMk cId="2830484199" sldId="367"/>
        </pc:sldMkLst>
      </pc:sldChg>
      <pc:sldChg chg="add replId">
        <pc:chgData name="Maria Augusta Vieira Nelson" userId="S::442644@sga.pucminas.br::8d683c79-37cc-4624-9ea7-8f42da2488cf" providerId="AD" clId="Web-{3254C1A7-B489-A736-35A4-7D4DD23B7940}" dt="2020-04-21T18:41:06.657" v="105"/>
        <pc:sldMkLst>
          <pc:docMk/>
          <pc:sldMk cId="1906418549" sldId="368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76" v="92"/>
        <pc:sldMkLst>
          <pc:docMk/>
          <pc:sldMk cId="4193294610" sldId="368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76" v="91"/>
        <pc:sldMkLst>
          <pc:docMk/>
          <pc:sldMk cId="2891778914" sldId="369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61" v="90"/>
        <pc:sldMkLst>
          <pc:docMk/>
          <pc:sldMk cId="3046970431" sldId="370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61" v="89"/>
        <pc:sldMkLst>
          <pc:docMk/>
          <pc:sldMk cId="255457008" sldId="371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61" v="88"/>
        <pc:sldMkLst>
          <pc:docMk/>
          <pc:sldMk cId="2173749569" sldId="372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61" v="87"/>
        <pc:sldMkLst>
          <pc:docMk/>
          <pc:sldMk cId="1975543458" sldId="373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61" v="86"/>
        <pc:sldMkLst>
          <pc:docMk/>
          <pc:sldMk cId="2927268538" sldId="374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61" v="85"/>
        <pc:sldMkLst>
          <pc:docMk/>
          <pc:sldMk cId="2670206861" sldId="375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61" v="84"/>
        <pc:sldMkLst>
          <pc:docMk/>
          <pc:sldMk cId="4093613977" sldId="376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45" v="83"/>
        <pc:sldMkLst>
          <pc:docMk/>
          <pc:sldMk cId="488188628" sldId="377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45" v="82"/>
        <pc:sldMkLst>
          <pc:docMk/>
          <pc:sldMk cId="3112806227" sldId="378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45" v="81"/>
        <pc:sldMkLst>
          <pc:docMk/>
          <pc:sldMk cId="4264757833" sldId="379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45" v="80"/>
        <pc:sldMkLst>
          <pc:docMk/>
          <pc:sldMk cId="3309029670" sldId="380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45" v="79"/>
        <pc:sldMkLst>
          <pc:docMk/>
          <pc:sldMk cId="1831011219" sldId="381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29" v="78"/>
        <pc:sldMkLst>
          <pc:docMk/>
          <pc:sldMk cId="4052420722" sldId="382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29" v="77"/>
        <pc:sldMkLst>
          <pc:docMk/>
          <pc:sldMk cId="1933501046" sldId="383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29" v="76"/>
        <pc:sldMkLst>
          <pc:docMk/>
          <pc:sldMk cId="2194917605" sldId="384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29" v="75"/>
        <pc:sldMkLst>
          <pc:docMk/>
          <pc:sldMk cId="3018493804" sldId="385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29" v="74"/>
        <pc:sldMkLst>
          <pc:docMk/>
          <pc:sldMk cId="4198428553" sldId="386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14" v="73"/>
        <pc:sldMkLst>
          <pc:docMk/>
          <pc:sldMk cId="2281230469" sldId="387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14" v="72"/>
        <pc:sldMkLst>
          <pc:docMk/>
          <pc:sldMk cId="3028462817" sldId="388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14" v="71"/>
        <pc:sldMkLst>
          <pc:docMk/>
          <pc:sldMk cId="330496016" sldId="389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14" v="70"/>
        <pc:sldMkLst>
          <pc:docMk/>
          <pc:sldMk cId="1114591202" sldId="390"/>
        </pc:sldMkLst>
      </pc:sldChg>
      <pc:sldChg chg="add del">
        <pc:chgData name="Maria Augusta Vieira Nelson" userId="S::442644@sga.pucminas.br::8d683c79-37cc-4624-9ea7-8f42da2488cf" providerId="AD" clId="Web-{3254C1A7-B489-A736-35A4-7D4DD23B7940}" dt="2020-04-21T18:40:20.314" v="69"/>
        <pc:sldMkLst>
          <pc:docMk/>
          <pc:sldMk cId="1484498237" sldId="391"/>
        </pc:sldMkLst>
      </pc:sldChg>
      <pc:sldMasterChg chg="add addSldLayout">
        <pc:chgData name="Maria Augusta Vieira Nelson" userId="S::442644@sga.pucminas.br::8d683c79-37cc-4624-9ea7-8f42da2488cf" providerId="AD" clId="Web-{3254C1A7-B489-A736-35A4-7D4DD23B7940}" dt="2020-04-21T18:33:14.791" v="1"/>
        <pc:sldMasterMkLst>
          <pc:docMk/>
          <pc:sldMasterMk cId="0" sldId="2147484114"/>
        </pc:sldMasterMkLst>
        <pc:sldLayoutChg chg="add">
          <pc:chgData name="Maria Augusta Vieira Nelson" userId="S::442644@sga.pucminas.br::8d683c79-37cc-4624-9ea7-8f42da2488cf" providerId="AD" clId="Web-{3254C1A7-B489-A736-35A4-7D4DD23B7940}" dt="2020-04-21T18:33:14.791" v="1"/>
          <pc:sldLayoutMkLst>
            <pc:docMk/>
            <pc:sldMasterMk cId="0" sldId="2147484114"/>
            <pc:sldLayoutMk cId="3567343905" sldId="2147484162"/>
          </pc:sldLayoutMkLst>
        </pc:sldLayoutChg>
        <pc:sldLayoutChg chg="add">
          <pc:chgData name="Maria Augusta Vieira Nelson" userId="S::442644@sga.pucminas.br::8d683c79-37cc-4624-9ea7-8f42da2488cf" providerId="AD" clId="Web-{3254C1A7-B489-A736-35A4-7D4DD23B7940}" dt="2020-04-21T18:33:14.791" v="1"/>
          <pc:sldLayoutMkLst>
            <pc:docMk/>
            <pc:sldMasterMk cId="0" sldId="2147484114"/>
            <pc:sldLayoutMk cId="312531516" sldId="2147484163"/>
          </pc:sldLayoutMkLst>
        </pc:sldLayoutChg>
        <pc:sldLayoutChg chg="add">
          <pc:chgData name="Maria Augusta Vieira Nelson" userId="S::442644@sga.pucminas.br::8d683c79-37cc-4624-9ea7-8f42da2488cf" providerId="AD" clId="Web-{3254C1A7-B489-A736-35A4-7D4DD23B7940}" dt="2020-04-21T18:33:14.791" v="1"/>
          <pc:sldLayoutMkLst>
            <pc:docMk/>
            <pc:sldMasterMk cId="0" sldId="2147484114"/>
            <pc:sldLayoutMk cId="1120394537" sldId="2147484164"/>
          </pc:sldLayoutMkLst>
        </pc:sldLayoutChg>
        <pc:sldLayoutChg chg="add">
          <pc:chgData name="Maria Augusta Vieira Nelson" userId="S::442644@sga.pucminas.br::8d683c79-37cc-4624-9ea7-8f42da2488cf" providerId="AD" clId="Web-{3254C1A7-B489-A736-35A4-7D4DD23B7940}" dt="2020-04-21T18:33:14.791" v="1"/>
          <pc:sldLayoutMkLst>
            <pc:docMk/>
            <pc:sldMasterMk cId="0" sldId="2147484114"/>
            <pc:sldLayoutMk cId="3511759330" sldId="2147484165"/>
          </pc:sldLayoutMkLst>
        </pc:sldLayoutChg>
        <pc:sldLayoutChg chg="add">
          <pc:chgData name="Maria Augusta Vieira Nelson" userId="S::442644@sga.pucminas.br::8d683c79-37cc-4624-9ea7-8f42da2488cf" providerId="AD" clId="Web-{3254C1A7-B489-A736-35A4-7D4DD23B7940}" dt="2020-04-21T18:33:14.791" v="1"/>
          <pc:sldLayoutMkLst>
            <pc:docMk/>
            <pc:sldMasterMk cId="0" sldId="2147484114"/>
            <pc:sldLayoutMk cId="655112113" sldId="2147484166"/>
          </pc:sldLayoutMkLst>
        </pc:sldLayoutChg>
        <pc:sldLayoutChg chg="add">
          <pc:chgData name="Maria Augusta Vieira Nelson" userId="S::442644@sga.pucminas.br::8d683c79-37cc-4624-9ea7-8f42da2488cf" providerId="AD" clId="Web-{3254C1A7-B489-A736-35A4-7D4DD23B7940}" dt="2020-04-21T18:33:14.791" v="1"/>
          <pc:sldLayoutMkLst>
            <pc:docMk/>
            <pc:sldMasterMk cId="0" sldId="2147484114"/>
            <pc:sldLayoutMk cId="4198338974" sldId="2147484167"/>
          </pc:sldLayoutMkLst>
        </pc:sldLayoutChg>
        <pc:sldLayoutChg chg="add">
          <pc:chgData name="Maria Augusta Vieira Nelson" userId="S::442644@sga.pucminas.br::8d683c79-37cc-4624-9ea7-8f42da2488cf" providerId="AD" clId="Web-{3254C1A7-B489-A736-35A4-7D4DD23B7940}" dt="2020-04-21T18:33:14.791" v="1"/>
          <pc:sldLayoutMkLst>
            <pc:docMk/>
            <pc:sldMasterMk cId="0" sldId="2147484114"/>
            <pc:sldLayoutMk cId="4080253013" sldId="2147484168"/>
          </pc:sldLayoutMkLst>
        </pc:sldLayoutChg>
        <pc:sldLayoutChg chg="add">
          <pc:chgData name="Maria Augusta Vieira Nelson" userId="S::442644@sga.pucminas.br::8d683c79-37cc-4624-9ea7-8f42da2488cf" providerId="AD" clId="Web-{3254C1A7-B489-A736-35A4-7D4DD23B7940}" dt="2020-04-21T18:33:14.791" v="1"/>
          <pc:sldLayoutMkLst>
            <pc:docMk/>
            <pc:sldMasterMk cId="0" sldId="2147484114"/>
            <pc:sldLayoutMk cId="4027988912" sldId="2147484169"/>
          </pc:sldLayoutMkLst>
        </pc:sldLayoutChg>
        <pc:sldLayoutChg chg="add">
          <pc:chgData name="Maria Augusta Vieira Nelson" userId="S::442644@sga.pucminas.br::8d683c79-37cc-4624-9ea7-8f42da2488cf" providerId="AD" clId="Web-{3254C1A7-B489-A736-35A4-7D4DD23B7940}" dt="2020-04-21T18:33:14.791" v="1"/>
          <pc:sldLayoutMkLst>
            <pc:docMk/>
            <pc:sldMasterMk cId="0" sldId="2147484114"/>
            <pc:sldLayoutMk cId="2829068663" sldId="2147484170"/>
          </pc:sldLayoutMkLst>
        </pc:sldLayoutChg>
        <pc:sldLayoutChg chg="add">
          <pc:chgData name="Maria Augusta Vieira Nelson" userId="S::442644@sga.pucminas.br::8d683c79-37cc-4624-9ea7-8f42da2488cf" providerId="AD" clId="Web-{3254C1A7-B489-A736-35A4-7D4DD23B7940}" dt="2020-04-21T18:33:14.791" v="1"/>
          <pc:sldLayoutMkLst>
            <pc:docMk/>
            <pc:sldMasterMk cId="0" sldId="2147484114"/>
            <pc:sldLayoutMk cId="1222948204" sldId="2147484171"/>
          </pc:sldLayoutMkLst>
        </pc:sldLayoutChg>
        <pc:sldLayoutChg chg="add">
          <pc:chgData name="Maria Augusta Vieira Nelson" userId="S::442644@sga.pucminas.br::8d683c79-37cc-4624-9ea7-8f42da2488cf" providerId="AD" clId="Web-{3254C1A7-B489-A736-35A4-7D4DD23B7940}" dt="2020-04-21T18:33:14.791" v="1"/>
          <pc:sldLayoutMkLst>
            <pc:docMk/>
            <pc:sldMasterMk cId="0" sldId="2147484114"/>
            <pc:sldLayoutMk cId="1780348398" sldId="2147484172"/>
          </pc:sldLayoutMkLst>
        </pc:sldLayoutChg>
        <pc:sldLayoutChg chg="add">
          <pc:chgData name="Maria Augusta Vieira Nelson" userId="S::442644@sga.pucminas.br::8d683c79-37cc-4624-9ea7-8f42da2488cf" providerId="AD" clId="Web-{3254C1A7-B489-A736-35A4-7D4DD23B7940}" dt="2020-04-21T18:33:14.791" v="1"/>
          <pc:sldLayoutMkLst>
            <pc:docMk/>
            <pc:sldMasterMk cId="0" sldId="2147484114"/>
            <pc:sldLayoutMk cId="3374086229" sldId="214748417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866E4-1765-2F4A-A89A-80163E91F79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6759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3656E-706C-AB47-A545-30B3AC9444BA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044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3656E-706C-AB47-A545-30B3AC9444BA}" type="slidenum">
              <a:rPr lang="uk-UA"/>
              <a:t>1</a:t>
            </a:fld>
            <a:endParaRPr lang="uk-UA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84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44450" eaLnBrk="1" hangingPunct="1">
              <a:spcBef>
                <a:spcPts val="450"/>
              </a:spcBef>
              <a:defRPr/>
            </a:pPr>
            <a:r>
              <a:rPr lang="en-US">
                <a:solidFill>
                  <a:srgbClr val="000000"/>
                </a:solidFill>
                <a:latin typeface="Times New Roman" charset="0"/>
                <a:cs typeface="Times New Roman" charset="0"/>
                <a:sym typeface="Times New Roman" charset="0"/>
              </a:rPr>
              <a:t>Por exemplo, apagar um registro indevidamente a cada inserção correta. Ou produzir os contracheques de todos os funcionários e mais alguns extras de funcionários inexistentes.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5325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44450" eaLnBrk="1" hangingPunct="1">
              <a:spcBef>
                <a:spcPts val="450"/>
              </a:spcBef>
              <a:defRPr/>
            </a:pPr>
            <a:r>
              <a:rPr lang="en-US">
                <a:solidFill>
                  <a:srgbClr val="000000"/>
                </a:solidFill>
                <a:latin typeface="Times New Roman" charset="0"/>
                <a:cs typeface="Times New Roman" charset="0"/>
                <a:sym typeface="Times New Roman" charset="0"/>
              </a:rPr>
              <a:t>caixa branca</a:t>
            </a:r>
          </a:p>
          <a:p>
            <a:pPr marL="44450" eaLnBrk="1" hangingPunct="1">
              <a:spcBef>
                <a:spcPts val="450"/>
              </a:spcBef>
              <a:defRPr/>
            </a:pPr>
            <a:r>
              <a:rPr lang="en-US">
                <a:solidFill>
                  <a:srgbClr val="000000"/>
                </a:solidFill>
                <a:latin typeface="Times New Roman" charset="0"/>
                <a:cs typeface="Times New Roman" charset="0"/>
                <a:sym typeface="Times New Roman" charset="0"/>
              </a:rPr>
              <a:t>se a repetição for 20 vezes então o número de caminhos possíveis é cinco elevado a vinte</a:t>
            </a:r>
          </a:p>
          <a:p>
            <a:pPr marL="44450" eaLnBrk="1" hangingPunct="1">
              <a:spcBef>
                <a:spcPts val="450"/>
              </a:spcBef>
              <a:defRPr/>
            </a:pPr>
            <a:r>
              <a:rPr lang="en-US">
                <a:solidFill>
                  <a:srgbClr val="000000"/>
                </a:solidFill>
                <a:latin typeface="Times New Roman" charset="0"/>
                <a:cs typeface="Times New Roman" charset="0"/>
                <a:sym typeface="Times New Roman" charset="0"/>
              </a:rPr>
              <a:t>se a repetição for menor ou igual a 20 então número de caminhos possíveis é</a:t>
            </a:r>
          </a:p>
          <a:p>
            <a:pPr marL="44450" eaLnBrk="1" hangingPunct="1">
              <a:spcBef>
                <a:spcPts val="450"/>
              </a:spcBef>
              <a:defRPr/>
            </a:pPr>
            <a:r>
              <a:rPr lang="en-US">
                <a:solidFill>
                  <a:srgbClr val="000000"/>
                </a:solidFill>
                <a:latin typeface="Times New Roman" charset="0"/>
                <a:cs typeface="Times New Roman" charset="0"/>
                <a:sym typeface="Times New Roman" charset="0"/>
              </a:rPr>
              <a:t>cinco elevado a vinte + cinco elevado a dezenove + cinco elevado a dezoito + cinco elevado a dezesete ...</a:t>
            </a:r>
          </a:p>
          <a:p>
            <a:pPr marL="44450" eaLnBrk="1" hangingPunct="1">
              <a:spcBef>
                <a:spcPts val="450"/>
              </a:spcBef>
              <a:defRPr/>
            </a:pPr>
            <a:r>
              <a:rPr lang="en-US">
                <a:solidFill>
                  <a:srgbClr val="000000"/>
                </a:solidFill>
                <a:latin typeface="Times New Roman" charset="0"/>
                <a:cs typeface="Times New Roman" charset="0"/>
                <a:sym typeface="Times New Roman" charset="0"/>
              </a:rPr>
              <a:t>aproximadamente 10 elevado a 14 = 100 trilhões</a:t>
            </a:r>
          </a:p>
          <a:p>
            <a:pPr marL="44450" eaLnBrk="1" hangingPunct="1">
              <a:spcBef>
                <a:spcPts val="450"/>
              </a:spcBef>
              <a:defRPr/>
            </a:pPr>
            <a:r>
              <a:rPr lang="en-US">
                <a:solidFill>
                  <a:srgbClr val="000000"/>
                </a:solidFill>
                <a:latin typeface="Times New Roman" charset="0"/>
                <a:cs typeface="Times New Roman" charset="0"/>
                <a:sym typeface="Times New Roman" charset="0"/>
              </a:rPr>
              <a:t>Se cada teste levar um milisegundo para ser executado, gastaríamos mais de 3 mil anos para completar os testes deste programa.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3370502" y="-21511"/>
            <a:ext cx="486985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489805" y="-21511"/>
            <a:ext cx="4664491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1" y="2708476"/>
            <a:ext cx="4160520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1" y="4421080"/>
            <a:ext cx="4156967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0B1E556-B2DD-B244-962C-7FB91BEC711D}" type="datetime4">
              <a:t>April 21, 2020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3489805" y="6088284"/>
            <a:ext cx="4666284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1C5E-E054-B046-936A-EFA8879EF3CB}" type="datetime4">
              <a:t>April 21,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5229-23D8-7D4D-9580-A1E944AB0A56}" type="datetime4">
              <a:t>April 21,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F5E7F-90D9-8D42-84CB-B1CFB3FBE04C}" type="datetime4">
              <a:t>April 21,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ACBC-7885-4048-A26E-E0ECB9AF9D0A}" type="datetime4">
              <a:t>April 21, 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D3465-5FE6-A34A-B4FF-7F323497DEE6}" type="datetime4">
              <a:t>April 21, 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3DE6C-4091-8149-BC73-12AD8875D9CE}" type="datetime4">
              <a:t>April 21, 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04460-E23F-9B40-9CEF-C0DF1AF71B16}" type="datetime4">
              <a:t>April 21, 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52EF-1BC5-1042-B955-B1B063AFD061}" type="datetime4">
              <a:t>April 21,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9E4A-0155-2F40-82FC-AC5E9A5CEA1F}" type="datetime4">
              <a:t>April 21,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9893-7061-0149-AF9D-735F23B4307A}" type="datetime4">
              <a:t>April 21,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81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7CD1B6A-85CE-4EB6-97C5-E7715131A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3D6A71-82D1-4026-AF53-7BAB93723D93}" type="datetime1">
              <a:rPr lang="en-US" altLang="en-US"/>
              <a:pPr/>
              <a:t>10/29/2021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1FF7DC2-809A-43EA-BD80-81D66701A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1192E25-6D37-4E67-B399-503EE496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D03E7-2704-409E-B3C4-802166713403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7343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D4D04B0-8533-4B5F-B4C5-5F2499405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C66F4-D5F1-493C-8B8A-8490885803E2}" type="datetime1">
              <a:rPr lang="en-US" altLang="en-US"/>
              <a:pPr/>
              <a:t>10/29/2021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2F88BAE-7A7D-4FDA-B679-73FF63698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B07D6E0-2ADE-4EDC-8DC4-E8A206974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C89A87-A91F-4251-AD45-80ABA3555E71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12531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56"/>
            <a:ext cx="7772400" cy="1362075"/>
          </a:xfrm>
        </p:spPr>
        <p:txBody>
          <a:bodyPr anchor="t"/>
          <a:lstStyle>
            <a:lvl1pPr algn="l">
              <a:defRPr sz="37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2204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CA6C737-2A73-4CFB-94A3-772CC333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053EFB-E6AD-482B-BA23-43254CE87F7E}" type="datetime1">
              <a:rPr lang="en-US" altLang="en-US"/>
              <a:pPr/>
              <a:t>10/29/2021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CC2B9B-C7F9-49C0-BBF9-7F04B5F7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57810D9-50C8-4663-BB9D-FE7F33498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8703F-B5A0-45CD-8DCB-FE0F98FEA770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120394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04C743C-1112-4707-9F00-70B68F39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BF78D4-032D-4DEC-8B28-BF70AE2BF663}" type="datetime1">
              <a:rPr lang="en-US" altLang="en-US"/>
              <a:pPr/>
              <a:t>10/29/2021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6403C70-4857-4DB2-9F4B-48DF9D7C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54D8A11-7823-44EC-B973-59916B54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54BCEC-99CE-4E06-831F-67632C4CD821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511759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22041" indent="0">
              <a:buNone/>
              <a:defRPr sz="1800" b="1"/>
            </a:lvl2pPr>
            <a:lvl3pPr marL="844083" indent="0">
              <a:buNone/>
              <a:defRPr sz="1700" b="1"/>
            </a:lvl3pPr>
            <a:lvl4pPr marL="1266124" indent="0">
              <a:buNone/>
              <a:defRPr sz="1500" b="1"/>
            </a:lvl4pPr>
            <a:lvl5pPr marL="1688165" indent="0">
              <a:buNone/>
              <a:defRPr sz="1500" b="1"/>
            </a:lvl5pPr>
            <a:lvl6pPr marL="2110207" indent="0">
              <a:buNone/>
              <a:defRPr sz="1500" b="1"/>
            </a:lvl6pPr>
            <a:lvl7pPr marL="2532248" indent="0">
              <a:buNone/>
              <a:defRPr sz="1500" b="1"/>
            </a:lvl7pPr>
            <a:lvl8pPr marL="2954289" indent="0">
              <a:buNone/>
              <a:defRPr sz="1500" b="1"/>
            </a:lvl8pPr>
            <a:lvl9pPr marL="3376331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22041" indent="0">
              <a:buNone/>
              <a:defRPr sz="1800" b="1"/>
            </a:lvl2pPr>
            <a:lvl3pPr marL="844083" indent="0">
              <a:buNone/>
              <a:defRPr sz="1700" b="1"/>
            </a:lvl3pPr>
            <a:lvl4pPr marL="1266124" indent="0">
              <a:buNone/>
              <a:defRPr sz="1500" b="1"/>
            </a:lvl4pPr>
            <a:lvl5pPr marL="1688165" indent="0">
              <a:buNone/>
              <a:defRPr sz="1500" b="1"/>
            </a:lvl5pPr>
            <a:lvl6pPr marL="2110207" indent="0">
              <a:buNone/>
              <a:defRPr sz="1500" b="1"/>
            </a:lvl6pPr>
            <a:lvl7pPr marL="2532248" indent="0">
              <a:buNone/>
              <a:defRPr sz="1500" b="1"/>
            </a:lvl7pPr>
            <a:lvl8pPr marL="2954289" indent="0">
              <a:buNone/>
              <a:defRPr sz="1500" b="1"/>
            </a:lvl8pPr>
            <a:lvl9pPr marL="3376331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F3C09D73-D87C-455A-B5C8-1278B212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FCF665-A626-44AF-B1B9-CDF162E58AE1}" type="datetime1">
              <a:rPr lang="en-US" altLang="en-US"/>
              <a:pPr/>
              <a:t>10/29/2021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CB9DF2D5-3B64-477F-A345-FE369F1B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33650CC-5CEA-4561-8B3C-1E18ED88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461901-401C-48EF-BE54-335B1A1D5261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655112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F36E75C-A6B9-485D-8D63-FEBDE758E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4BEC82-693D-4F0C-8C8D-7E0A0FADCCFE}" type="datetime1">
              <a:rPr lang="en-US" altLang="en-US"/>
              <a:pPr/>
              <a:t>10/29/2021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5A89C29-7B81-4753-A53F-464487334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919CFCF-A9AA-4B30-AEAB-AD8495DF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3FDD51-7617-47D0-9FF4-BFC34688EF90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1983389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612E236-1009-444C-90D2-A7E390616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8C0488-61F0-47E2-96F4-E4692AA95652}" type="datetime1">
              <a:rPr lang="en-US" altLang="en-US"/>
              <a:pPr/>
              <a:t>10/29/2021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14C76E4-1B12-4A22-B651-9F59097ED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A5582C1-AFF3-4A38-A6BC-52580EC0E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2BA48C-F82D-49FA-886F-58534CE2774F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080253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106"/>
            <a:ext cx="5111750" cy="5853113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22041" indent="0">
              <a:buNone/>
              <a:defRPr sz="1100"/>
            </a:lvl2pPr>
            <a:lvl3pPr marL="844083" indent="0">
              <a:buNone/>
              <a:defRPr sz="900"/>
            </a:lvl3pPr>
            <a:lvl4pPr marL="1266124" indent="0">
              <a:buNone/>
              <a:defRPr sz="800"/>
            </a:lvl4pPr>
            <a:lvl5pPr marL="1688165" indent="0">
              <a:buNone/>
              <a:defRPr sz="800"/>
            </a:lvl5pPr>
            <a:lvl6pPr marL="2110207" indent="0">
              <a:buNone/>
              <a:defRPr sz="800"/>
            </a:lvl6pPr>
            <a:lvl7pPr marL="2532248" indent="0">
              <a:buNone/>
              <a:defRPr sz="800"/>
            </a:lvl7pPr>
            <a:lvl8pPr marL="2954289" indent="0">
              <a:buNone/>
              <a:defRPr sz="800"/>
            </a:lvl8pPr>
            <a:lvl9pPr marL="3376331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C516367-486B-4A06-AA1F-03C853F1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D06D22-3560-46B6-9A86-B86CB3D90B04}" type="datetime1">
              <a:rPr lang="en-US" altLang="en-US"/>
              <a:pPr/>
              <a:t>10/29/2021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60122CC-9271-4F92-AB28-7624EA1D9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96A8EC3-FAEA-48D5-AEBD-BDB24BD3E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D8667C-F98A-4B85-9559-1B27B125EBAC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7988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000"/>
            </a:lvl1pPr>
            <a:lvl2pPr marL="422041" indent="0">
              <a:buNone/>
              <a:defRPr sz="2600"/>
            </a:lvl2pPr>
            <a:lvl3pPr marL="844083" indent="0">
              <a:buNone/>
              <a:defRPr sz="2200"/>
            </a:lvl3pPr>
            <a:lvl4pPr marL="1266124" indent="0">
              <a:buNone/>
              <a:defRPr sz="1800"/>
            </a:lvl4pPr>
            <a:lvl5pPr marL="1688165" indent="0">
              <a:buNone/>
              <a:defRPr sz="1800"/>
            </a:lvl5pPr>
            <a:lvl6pPr marL="2110207" indent="0">
              <a:buNone/>
              <a:defRPr sz="1800"/>
            </a:lvl6pPr>
            <a:lvl7pPr marL="2532248" indent="0">
              <a:buNone/>
              <a:defRPr sz="1800"/>
            </a:lvl7pPr>
            <a:lvl8pPr marL="2954289" indent="0">
              <a:buNone/>
              <a:defRPr sz="1800"/>
            </a:lvl8pPr>
            <a:lvl9pPr marL="3376331" indent="0">
              <a:buNone/>
              <a:defRPr sz="18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00"/>
            </a:lvl1pPr>
            <a:lvl2pPr marL="422041" indent="0">
              <a:buNone/>
              <a:defRPr sz="1100"/>
            </a:lvl2pPr>
            <a:lvl3pPr marL="844083" indent="0">
              <a:buNone/>
              <a:defRPr sz="900"/>
            </a:lvl3pPr>
            <a:lvl4pPr marL="1266124" indent="0">
              <a:buNone/>
              <a:defRPr sz="800"/>
            </a:lvl4pPr>
            <a:lvl5pPr marL="1688165" indent="0">
              <a:buNone/>
              <a:defRPr sz="800"/>
            </a:lvl5pPr>
            <a:lvl6pPr marL="2110207" indent="0">
              <a:buNone/>
              <a:defRPr sz="800"/>
            </a:lvl6pPr>
            <a:lvl7pPr marL="2532248" indent="0">
              <a:buNone/>
              <a:defRPr sz="800"/>
            </a:lvl7pPr>
            <a:lvl8pPr marL="2954289" indent="0">
              <a:buNone/>
              <a:defRPr sz="800"/>
            </a:lvl8pPr>
            <a:lvl9pPr marL="3376331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2DDB1C6-9696-45B8-8EBF-20D5C47F9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843EDE-877C-4647-9D4D-DC26AA08A1BD}" type="datetime1">
              <a:rPr lang="en-US" altLang="en-US"/>
              <a:pPr/>
              <a:t>10/29/2021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6FD5805-15F2-4014-8455-289989BC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A09751F-CAF2-4C31-BD2A-AFDD3C57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3748E5-2530-4492-8316-B2997822C2B4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8290686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8FFEA9E-F70C-4ACE-A1DA-DF9722F7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10FDF5-F9D4-4F6C-BA97-BABE0AEAF220}" type="datetime1">
              <a:rPr lang="en-US" altLang="en-US"/>
              <a:pPr/>
              <a:t>10/29/2021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1375EBE-3F91-44F6-984C-EF80995B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B353B9-9C81-43AF-AA70-6ABC61992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EDF7C0-70CA-4467-9895-F7A39E006F1B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2229482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94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94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0D4B23A-7AB5-4225-BC49-B6A98EDE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05F3CC-BCC8-42A2-868E-E2F1D01DDB4D}" type="datetime1">
              <a:rPr lang="en-US" altLang="en-US"/>
              <a:pPr/>
              <a:t>10/29/2021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0ECE0E3-317E-423D-96BC-5B77DD975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A833E91-591E-4F95-A0FA-DDB80BB0D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6291AC-4DFA-4F6B-B9E1-2C686D648A99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780348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431" y="304801"/>
            <a:ext cx="8001000" cy="1216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67105" y="1752600"/>
            <a:ext cx="3930162" cy="4267200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7943" y="1752600"/>
            <a:ext cx="3930162" cy="4267200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CC5689B-D260-465F-BC3E-19D1FC464A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40416" y="6272214"/>
            <a:ext cx="1843454" cy="268287"/>
          </a:xfrm>
        </p:spPr>
        <p:txBody>
          <a:bodyPr/>
          <a:lstStyle>
            <a:lvl1pPr>
              <a:defRPr/>
            </a:lvl1pPr>
          </a:lstStyle>
          <a:p>
            <a:fld id="{4D286DFD-AEBE-41BD-95F2-85D2ADA21EE4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374086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45E4E787-58C1-6341-A9B8-EBCCA1899EF9}" type="datetime4">
              <a:t>April 21,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itle Placeholder 1">
            <a:extLst>
              <a:ext uri="{FF2B5EF4-FFF2-40B4-BE49-F238E27FC236}">
                <a16:creationId xmlns="" xmlns:a16="http://schemas.microsoft.com/office/drawing/2014/main" id="{82A69451-0A9A-47B0-9C7A-63EC66ABF01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66915" name="Text Placeholder 2">
            <a:extLst>
              <a:ext uri="{FF2B5EF4-FFF2-40B4-BE49-F238E27FC236}">
                <a16:creationId xmlns="" xmlns:a16="http://schemas.microsoft.com/office/drawing/2014/main" id="{2B71DD0A-7B1C-40FD-9F46-97B9E5C482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E3AC366-50A4-428D-B945-7840EABB4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rgbClr val="898989"/>
                </a:solidFill>
              </a:defRPr>
            </a:lvl1pPr>
          </a:lstStyle>
          <a:p>
            <a:fld id="{941FBFC0-A7BE-4016-AE38-82330A02304C}" type="datetime1">
              <a:rPr lang="en-US" altLang="en-US"/>
              <a:pPr/>
              <a:t>10/29/2021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B3AFA0B-2900-44BC-BF33-4200841DF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smtClean="0">
                <a:solidFill>
                  <a:schemeClr val="tx1">
                    <a:tint val="75000"/>
                  </a:schemeClr>
                </a:solidFill>
                <a:latin typeface="Verdana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6824A00-E2F0-4029-8CDE-48ECC42F6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rgbClr val="898989"/>
                </a:solidFill>
              </a:defRPr>
            </a:lvl1pPr>
          </a:lstStyle>
          <a:p>
            <a:fld id="{82221E8F-2D3E-4CBC-B439-F979E10A7E8F}" type="slidenum">
              <a:rPr lang="pt-BR" altLang="en-US"/>
              <a:pPr/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2" r:id="rId1"/>
    <p:sldLayoutId id="2147484163" r:id="rId2"/>
    <p:sldLayoutId id="2147484164" r:id="rId3"/>
    <p:sldLayoutId id="2147484165" r:id="rId4"/>
    <p:sldLayoutId id="2147484166" r:id="rId5"/>
    <p:sldLayoutId id="2147484167" r:id="rId6"/>
    <p:sldLayoutId id="2147484168" r:id="rId7"/>
    <p:sldLayoutId id="2147484169" r:id="rId8"/>
    <p:sldLayoutId id="2147484170" r:id="rId9"/>
    <p:sldLayoutId id="2147484171" r:id="rId10"/>
    <p:sldLayoutId id="2147484172" r:id="rId11"/>
    <p:sldLayoutId id="2147484173" r:id="rId12"/>
  </p:sldLayoutIdLst>
  <p:hf hdr="0" ftr="0" dt="0"/>
  <p:txStyles>
    <p:titleStyle>
      <a:lvl1pPr algn="ctr" defTabSz="422041" rtl="0" fontAlgn="base">
        <a:spcBef>
          <a:spcPct val="0"/>
        </a:spcBef>
        <a:spcAft>
          <a:spcPct val="0"/>
        </a:spcAft>
        <a:defRPr sz="4100" kern="1200">
          <a:solidFill>
            <a:schemeClr val="tx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defTabSz="422041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34" charset="-128"/>
        </a:defRPr>
      </a:lvl2pPr>
      <a:lvl3pPr algn="ctr" defTabSz="422041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34" charset="-128"/>
        </a:defRPr>
      </a:lvl3pPr>
      <a:lvl4pPr algn="ctr" defTabSz="422041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34" charset="-128"/>
        </a:defRPr>
      </a:lvl4pPr>
      <a:lvl5pPr algn="ctr" defTabSz="422041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34" charset="-128"/>
        </a:defRPr>
      </a:lvl5pPr>
      <a:lvl6pPr marL="422041" algn="ctr" defTabSz="422041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34" charset="-128"/>
        </a:defRPr>
      </a:lvl6pPr>
      <a:lvl7pPr marL="844083" algn="ctr" defTabSz="422041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34" charset="-128"/>
        </a:defRPr>
      </a:lvl7pPr>
      <a:lvl8pPr marL="1266124" algn="ctr" defTabSz="422041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34" charset="-128"/>
        </a:defRPr>
      </a:lvl8pPr>
      <a:lvl9pPr marL="1688165" algn="ctr" defTabSz="422041" rtl="0" fontAlgn="base">
        <a:spcBef>
          <a:spcPct val="0"/>
        </a:spcBef>
        <a:spcAft>
          <a:spcPct val="0"/>
        </a:spcAft>
        <a:defRPr sz="4100">
          <a:solidFill>
            <a:schemeClr val="tx1"/>
          </a:solidFill>
          <a:latin typeface="Calibri" panose="020F0502020204030204" pitchFamily="34" charset="0"/>
          <a:ea typeface="ＭＳ Ｐゴシック" panose="020B0600070205080204" pitchFamily="34" charset="-128"/>
        </a:defRPr>
      </a:lvl9pPr>
    </p:titleStyle>
    <p:bodyStyle>
      <a:lvl1pPr marL="316531" indent="-316531" algn="l" defTabSz="422041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685817" indent="-263776" algn="l" defTabSz="422041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055103" indent="-211021" algn="l" defTabSz="422041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1477145" indent="-211021" algn="l" defTabSz="422041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1899186" indent="-211021" algn="l" defTabSz="422041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2321227" indent="-211021" algn="l" defTabSz="42204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42204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42204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42204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204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42204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42204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42204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42204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42204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42204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42204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42204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90211" y="2505518"/>
            <a:ext cx="4356509" cy="2179694"/>
          </a:xfrm>
        </p:spPr>
        <p:txBody>
          <a:bodyPr/>
          <a:lstStyle/>
          <a:p>
            <a:r>
              <a:rPr lang="en-US"/>
              <a:t>Testes de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5021716"/>
            <a:ext cx="3309803" cy="624280"/>
          </a:xfrm>
        </p:spPr>
        <p:txBody>
          <a:bodyPr>
            <a:normAutofit fontScale="85000" lnSpcReduction="10000"/>
          </a:bodyPr>
          <a:lstStyle/>
          <a:p>
            <a:pPr algn="r"/>
            <a:r>
              <a:rPr lang="en-US" b="1" dirty="0">
                <a:solidFill>
                  <a:srgbClr val="FF0000"/>
                </a:solidFill>
              </a:rPr>
              <a:t>Maria Augusta Vieira </a:t>
            </a:r>
            <a:r>
              <a:rPr lang="en-US" b="1" dirty="0" smtClean="0">
                <a:solidFill>
                  <a:srgbClr val="FF0000"/>
                </a:solidFill>
              </a:rPr>
              <a:t>Nelson</a:t>
            </a:r>
          </a:p>
          <a:p>
            <a:pPr algn="r"/>
            <a:r>
              <a:rPr lang="en-US" b="1" dirty="0" smtClean="0">
                <a:solidFill>
                  <a:srgbClr val="FF0000"/>
                </a:solidFill>
              </a:rPr>
              <a:t>Simone de </a:t>
            </a:r>
            <a:r>
              <a:rPr lang="en-US" b="1" dirty="0" err="1" smtClean="0">
                <a:solidFill>
                  <a:srgbClr val="FF0000"/>
                </a:solidFill>
              </a:rPr>
              <a:t>Assis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Alves</a:t>
            </a:r>
            <a:r>
              <a:rPr lang="en-US" b="1" dirty="0" smtClean="0">
                <a:solidFill>
                  <a:srgbClr val="FF0000"/>
                </a:solidFill>
              </a:rPr>
              <a:t> da Silva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86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2</a:t>
            </a:r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indent="0" eaLnBrk="1" hangingPunct="1">
              <a:defRPr/>
            </a:pPr>
            <a:r>
              <a:rPr lang="en-US"/>
              <a:t>Sumário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132080" bIns="45720" rtlCol="0" anchor="t">
            <a:normAutofit/>
          </a:bodyPr>
          <a:lstStyle/>
          <a:p>
            <a:pPr eaLnBrk="1" hangingPunct="1">
              <a:defRPr/>
            </a:pPr>
            <a:r>
              <a:rPr lang="en-US" dirty="0" err="1"/>
              <a:t>Processo</a:t>
            </a:r>
            <a:r>
              <a:rPr lang="en-US" dirty="0"/>
              <a:t> de testes</a:t>
            </a:r>
          </a:p>
          <a:p>
            <a:pPr eaLnBrk="1" hangingPunct="1">
              <a:defRPr/>
            </a:pPr>
            <a:r>
              <a:rPr lang="en-US" dirty="0" err="1"/>
              <a:t>Fundamentos</a:t>
            </a:r>
            <a:r>
              <a:rPr lang="en-US" dirty="0"/>
              <a:t> de testes</a:t>
            </a:r>
          </a:p>
          <a:p>
            <a:pPr>
              <a:defRPr/>
            </a:pPr>
            <a:r>
              <a:rPr lang="en-US" dirty="0" err="1"/>
              <a:t>Tipos</a:t>
            </a:r>
            <a:r>
              <a:rPr lang="en-US" dirty="0"/>
              <a:t> de testes</a:t>
            </a:r>
          </a:p>
          <a:p>
            <a:pPr eaLnBrk="1" hangingPunct="1">
              <a:defRPr/>
            </a:pPr>
            <a:r>
              <a:rPr lang="en-US" dirty="0" err="1"/>
              <a:t>Depuração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3</a:t>
            </a: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title"/>
          </p:nvPr>
        </p:nvSpPr>
        <p:spPr>
          <a:xfrm>
            <a:off x="687951" y="745408"/>
            <a:ext cx="7761484" cy="789373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/>
              <a:t>O que é o processo de teste?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043492" y="1741499"/>
            <a:ext cx="6777317" cy="3508977"/>
          </a:xfrm>
        </p:spPr>
        <p:txBody>
          <a:bodyPr rIns="132080"/>
          <a:lstStyle/>
          <a:p>
            <a:pPr algn="just" eaLnBrk="1" hangingPunct="1">
              <a:defRPr/>
            </a:pPr>
            <a:r>
              <a:rPr lang="en-US" dirty="0"/>
              <a:t>É </a:t>
            </a:r>
            <a:r>
              <a:rPr lang="en-US" dirty="0" err="1"/>
              <a:t>mais</a:t>
            </a:r>
            <a:r>
              <a:rPr lang="en-US" dirty="0"/>
              <a:t> um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do </a:t>
            </a:r>
            <a:r>
              <a:rPr lang="en-US" dirty="0" err="1"/>
              <a:t>processo</a:t>
            </a:r>
            <a:r>
              <a:rPr lang="en-US" dirty="0"/>
              <a:t> de </a:t>
            </a:r>
            <a:r>
              <a:rPr lang="en-US" dirty="0" err="1"/>
              <a:t>desenvolvimento</a:t>
            </a:r>
            <a:r>
              <a:rPr lang="en-US" dirty="0"/>
              <a:t> de software</a:t>
            </a:r>
          </a:p>
          <a:p>
            <a:pPr algn="just" eaLnBrk="1" hangingPunct="1">
              <a:defRPr/>
            </a:pP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relacionado</a:t>
            </a:r>
            <a:r>
              <a:rPr lang="en-US" dirty="0"/>
              <a:t> a </a:t>
            </a:r>
            <a:r>
              <a:rPr lang="en-US" dirty="0" err="1"/>
              <a:t>atividades</a:t>
            </a:r>
            <a:r>
              <a:rPr lang="en-US" dirty="0"/>
              <a:t> de </a:t>
            </a:r>
            <a:r>
              <a:rPr lang="en-US" dirty="0" err="1"/>
              <a:t>verificação</a:t>
            </a:r>
            <a:r>
              <a:rPr lang="en-US" dirty="0"/>
              <a:t> e </a:t>
            </a:r>
            <a:r>
              <a:rPr lang="en-US" dirty="0" err="1"/>
              <a:t>validação</a:t>
            </a:r>
            <a:r>
              <a:rPr lang="en-US" dirty="0"/>
              <a:t> 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049215" y="3659189"/>
            <a:ext cx="7111512" cy="2663825"/>
            <a:chOff x="0" y="0"/>
            <a:chExt cx="4853" cy="1678"/>
          </a:xfrm>
        </p:grpSpPr>
        <p:sp>
          <p:nvSpPr>
            <p:cNvPr id="3" name="Rectangle 8"/>
            <p:cNvSpPr>
              <a:spLocks/>
            </p:cNvSpPr>
            <p:nvPr/>
          </p:nvSpPr>
          <p:spPr bwMode="auto">
            <a:xfrm>
              <a:off x="2348" y="30"/>
              <a:ext cx="231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/>
            <a:p>
              <a:pPr marL="39688" algn="r"/>
              <a:r>
                <a:rPr lang="en-US" b="1">
                  <a:solidFill>
                    <a:schemeClr val="tx1"/>
                  </a:solidFill>
                  <a:ea typeface="ＭＳ Ｐゴシック" charset="0"/>
                </a:rPr>
                <a:t>Processo de desenvolvimento</a:t>
              </a:r>
            </a:p>
            <a:p>
              <a:pPr marL="39688" algn="r"/>
              <a:r>
                <a:rPr lang="en-US" b="1">
                  <a:solidFill>
                    <a:schemeClr val="tx1"/>
                  </a:solidFill>
                  <a:ea typeface="ＭＳ Ｐゴシック" charset="0"/>
                </a:rPr>
                <a:t>de software</a:t>
              </a:r>
            </a:p>
          </p:txBody>
        </p:sp>
        <p:sp>
          <p:nvSpPr>
            <p:cNvPr id="19463" name="Rectangle 9"/>
            <p:cNvSpPr>
              <a:spLocks/>
            </p:cNvSpPr>
            <p:nvPr/>
          </p:nvSpPr>
          <p:spPr bwMode="auto">
            <a:xfrm>
              <a:off x="0" y="0"/>
              <a:ext cx="4853" cy="167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grpSp>
          <p:nvGrpSpPr>
            <p:cNvPr id="19464" name="Group 10"/>
            <p:cNvGrpSpPr>
              <a:grpSpLocks/>
            </p:cNvGrpSpPr>
            <p:nvPr/>
          </p:nvGrpSpPr>
          <p:grpSpPr bwMode="auto">
            <a:xfrm>
              <a:off x="181" y="121"/>
              <a:ext cx="1679" cy="544"/>
              <a:chOff x="0" y="0"/>
              <a:chExt cx="1679" cy="544"/>
            </a:xfrm>
          </p:grpSpPr>
          <p:sp>
            <p:nvSpPr>
              <p:cNvPr id="19480" name="Rectangle 11"/>
              <p:cNvSpPr>
                <a:spLocks/>
              </p:cNvSpPr>
              <p:nvPr/>
            </p:nvSpPr>
            <p:spPr bwMode="auto">
              <a:xfrm>
                <a:off x="0" y="0"/>
                <a:ext cx="1679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481" name="Rectangle 12"/>
              <p:cNvSpPr>
                <a:spLocks/>
              </p:cNvSpPr>
              <p:nvPr/>
            </p:nvSpPr>
            <p:spPr bwMode="auto">
              <a:xfrm>
                <a:off x="53" y="77"/>
                <a:ext cx="1212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>
                <a:spAutoFit/>
              </a:bodyPr>
              <a:lstStyle/>
              <a:p>
                <a:pPr marL="39688"/>
                <a:r>
                  <a:rPr lang="en-US" sz="1400" b="1">
                    <a:solidFill>
                      <a:schemeClr val="tx1"/>
                    </a:solidFill>
                    <a:ea typeface="ＭＳ Ｐゴシック" charset="0"/>
                  </a:rPr>
                  <a:t>Processo de análise</a:t>
                </a:r>
              </a:p>
              <a:p>
                <a:pPr marL="39688"/>
                <a:r>
                  <a:rPr lang="en-US" sz="1400" b="1">
                    <a:solidFill>
                      <a:schemeClr val="tx1"/>
                    </a:solidFill>
                    <a:ea typeface="ＭＳ Ｐゴシック" charset="0"/>
                  </a:rPr>
                  <a:t>de requisitos</a:t>
                </a:r>
              </a:p>
            </p:txBody>
          </p:sp>
        </p:grpSp>
        <p:grpSp>
          <p:nvGrpSpPr>
            <p:cNvPr id="19465" name="Group 13"/>
            <p:cNvGrpSpPr>
              <a:grpSpLocks/>
            </p:cNvGrpSpPr>
            <p:nvPr/>
          </p:nvGrpSpPr>
          <p:grpSpPr bwMode="auto">
            <a:xfrm>
              <a:off x="544" y="575"/>
              <a:ext cx="1769" cy="544"/>
              <a:chOff x="0" y="0"/>
              <a:chExt cx="1769" cy="544"/>
            </a:xfrm>
          </p:grpSpPr>
          <p:sp>
            <p:nvSpPr>
              <p:cNvPr id="19478" name="Rectangle 14"/>
              <p:cNvSpPr>
                <a:spLocks/>
              </p:cNvSpPr>
              <p:nvPr/>
            </p:nvSpPr>
            <p:spPr bwMode="auto">
              <a:xfrm>
                <a:off x="0" y="0"/>
                <a:ext cx="1769" cy="54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479" name="Rectangle 15"/>
              <p:cNvSpPr>
                <a:spLocks/>
              </p:cNvSpPr>
              <p:nvPr/>
            </p:nvSpPr>
            <p:spPr bwMode="auto">
              <a:xfrm>
                <a:off x="56" y="77"/>
                <a:ext cx="888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>
                <a:spAutoFit/>
              </a:bodyPr>
              <a:lstStyle/>
              <a:p>
                <a:pPr marL="39688"/>
                <a:r>
                  <a:rPr lang="en-US" sz="1400" b="1">
                    <a:solidFill>
                      <a:schemeClr val="tx1"/>
                    </a:solidFill>
                    <a:ea typeface="ＭＳ Ｐゴシック" charset="0"/>
                  </a:rPr>
                  <a:t>Processo de </a:t>
                </a:r>
              </a:p>
              <a:p>
                <a:pPr marL="39688"/>
                <a:r>
                  <a:rPr lang="en-US" sz="1400" b="1">
                    <a:solidFill>
                      <a:schemeClr val="tx1"/>
                    </a:solidFill>
                    <a:ea typeface="ＭＳ Ｐゴシック" charset="0"/>
                  </a:rPr>
                  <a:t>especificação</a:t>
                </a:r>
              </a:p>
              <a:p>
                <a:pPr marL="39688"/>
                <a:r>
                  <a:rPr lang="en-US" sz="1400" b="1">
                    <a:solidFill>
                      <a:schemeClr val="tx1"/>
                    </a:solidFill>
                    <a:ea typeface="ＭＳ Ｐゴシック" charset="0"/>
                  </a:rPr>
                  <a:t>do produto</a:t>
                </a:r>
              </a:p>
            </p:txBody>
          </p:sp>
        </p:grpSp>
        <p:grpSp>
          <p:nvGrpSpPr>
            <p:cNvPr id="19466" name="Group 16"/>
            <p:cNvGrpSpPr>
              <a:grpSpLocks/>
            </p:cNvGrpSpPr>
            <p:nvPr/>
          </p:nvGrpSpPr>
          <p:grpSpPr bwMode="auto">
            <a:xfrm>
              <a:off x="1588" y="847"/>
              <a:ext cx="1632" cy="544"/>
              <a:chOff x="0" y="0"/>
              <a:chExt cx="1632" cy="544"/>
            </a:xfrm>
          </p:grpSpPr>
          <p:sp>
            <p:nvSpPr>
              <p:cNvPr id="19476" name="Rectangle 17"/>
              <p:cNvSpPr>
                <a:spLocks/>
              </p:cNvSpPr>
              <p:nvPr/>
            </p:nvSpPr>
            <p:spPr bwMode="auto">
              <a:xfrm>
                <a:off x="0" y="0"/>
                <a:ext cx="1632" cy="54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477" name="Rectangle 18"/>
              <p:cNvSpPr>
                <a:spLocks/>
              </p:cNvSpPr>
              <p:nvPr/>
            </p:nvSpPr>
            <p:spPr bwMode="auto">
              <a:xfrm>
                <a:off x="51" y="77"/>
                <a:ext cx="751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>
                <a:spAutoFit/>
              </a:bodyPr>
              <a:lstStyle/>
              <a:p>
                <a:pPr marL="39688"/>
                <a:r>
                  <a:rPr lang="en-US" sz="1400" b="1">
                    <a:solidFill>
                      <a:schemeClr val="tx1"/>
                    </a:solidFill>
                    <a:ea typeface="ＭＳ Ｐゴシック" charset="0"/>
                  </a:rPr>
                  <a:t>Processo de </a:t>
                </a:r>
              </a:p>
              <a:p>
                <a:pPr marL="39688"/>
                <a:r>
                  <a:rPr lang="en-US" sz="1400" b="1">
                    <a:solidFill>
                      <a:schemeClr val="tx1"/>
                    </a:solidFill>
                    <a:ea typeface="ＭＳ Ｐゴシック" charset="0"/>
                  </a:rPr>
                  <a:t>desenho</a:t>
                </a:r>
              </a:p>
            </p:txBody>
          </p:sp>
        </p:grpSp>
        <p:grpSp>
          <p:nvGrpSpPr>
            <p:cNvPr id="19467" name="Group 19"/>
            <p:cNvGrpSpPr>
              <a:grpSpLocks/>
            </p:cNvGrpSpPr>
            <p:nvPr/>
          </p:nvGrpSpPr>
          <p:grpSpPr bwMode="auto">
            <a:xfrm>
              <a:off x="2812" y="1028"/>
              <a:ext cx="1665" cy="544"/>
              <a:chOff x="0" y="0"/>
              <a:chExt cx="1665" cy="544"/>
            </a:xfrm>
          </p:grpSpPr>
          <p:sp>
            <p:nvSpPr>
              <p:cNvPr id="19468" name="Rectangle 20"/>
              <p:cNvSpPr>
                <a:spLocks/>
              </p:cNvSpPr>
              <p:nvPr/>
            </p:nvSpPr>
            <p:spPr bwMode="auto">
              <a:xfrm>
                <a:off x="0" y="0"/>
                <a:ext cx="1665" cy="54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469" name="Rectangle 21"/>
              <p:cNvSpPr>
                <a:spLocks/>
              </p:cNvSpPr>
              <p:nvPr/>
            </p:nvSpPr>
            <p:spPr bwMode="auto">
              <a:xfrm>
                <a:off x="32" y="0"/>
                <a:ext cx="1069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>
                <a:spAutoFit/>
              </a:bodyPr>
              <a:lstStyle/>
              <a:p>
                <a:pPr marL="39688"/>
                <a:r>
                  <a:rPr lang="en-US" sz="1400" b="1">
                    <a:solidFill>
                      <a:schemeClr val="tx1"/>
                    </a:solidFill>
                    <a:ea typeface="ＭＳ Ｐゴシック" charset="0"/>
                  </a:rPr>
                  <a:t>Processo de teste</a:t>
                </a:r>
              </a:p>
            </p:txBody>
          </p:sp>
          <p:grpSp>
            <p:nvGrpSpPr>
              <p:cNvPr id="19470" name="Group 22"/>
              <p:cNvGrpSpPr>
                <a:grpSpLocks/>
              </p:cNvGrpSpPr>
              <p:nvPr/>
            </p:nvGrpSpPr>
            <p:grpSpPr bwMode="auto">
              <a:xfrm>
                <a:off x="76" y="272"/>
                <a:ext cx="771" cy="181"/>
                <a:chOff x="5" y="9"/>
                <a:chExt cx="771" cy="181"/>
              </a:xfrm>
            </p:grpSpPr>
            <p:sp>
              <p:nvSpPr>
                <p:cNvPr id="19474" name="Rectangle 23"/>
                <p:cNvSpPr>
                  <a:spLocks/>
                </p:cNvSpPr>
                <p:nvPr/>
              </p:nvSpPr>
              <p:spPr bwMode="auto">
                <a:xfrm>
                  <a:off x="5" y="9"/>
                  <a:ext cx="771" cy="18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US"/>
                </a:p>
              </p:txBody>
            </p:sp>
            <p:sp>
              <p:nvSpPr>
                <p:cNvPr id="19475" name="Rectangle 24"/>
                <p:cNvSpPr>
                  <a:spLocks/>
                </p:cNvSpPr>
                <p:nvPr/>
              </p:nvSpPr>
              <p:spPr bwMode="auto">
                <a:xfrm>
                  <a:off x="34" y="32"/>
                  <a:ext cx="713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40639" bIns="0" anchor="ctr">
                  <a:spAutoFit/>
                </a:bodyPr>
                <a:lstStyle/>
                <a:p>
                  <a:pPr marL="39688" algn="ctr"/>
                  <a:r>
                    <a:rPr lang="en-US" sz="1400" b="1">
                      <a:solidFill>
                        <a:schemeClr val="tx1"/>
                      </a:solidFill>
                      <a:ea typeface="ＭＳ Ｐゴシック" charset="0"/>
                    </a:rPr>
                    <a:t>verificação</a:t>
                  </a:r>
                </a:p>
              </p:txBody>
            </p:sp>
          </p:grpSp>
          <p:grpSp>
            <p:nvGrpSpPr>
              <p:cNvPr id="19471" name="Group 25"/>
              <p:cNvGrpSpPr>
                <a:grpSpLocks/>
              </p:cNvGrpSpPr>
              <p:nvPr/>
            </p:nvGrpSpPr>
            <p:grpSpPr bwMode="auto">
              <a:xfrm>
                <a:off x="938" y="272"/>
                <a:ext cx="681" cy="181"/>
                <a:chOff x="5" y="9"/>
                <a:chExt cx="681" cy="181"/>
              </a:xfrm>
            </p:grpSpPr>
            <p:sp>
              <p:nvSpPr>
                <p:cNvPr id="19472" name="Rectangle 26"/>
                <p:cNvSpPr>
                  <a:spLocks/>
                </p:cNvSpPr>
                <p:nvPr/>
              </p:nvSpPr>
              <p:spPr bwMode="auto">
                <a:xfrm>
                  <a:off x="5" y="9"/>
                  <a:ext cx="681" cy="18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/>
                <a:p>
                  <a:endParaRPr lang="en-US"/>
                </a:p>
              </p:txBody>
            </p:sp>
            <p:sp>
              <p:nvSpPr>
                <p:cNvPr id="19473" name="Rectangle 27"/>
                <p:cNvSpPr>
                  <a:spLocks/>
                </p:cNvSpPr>
                <p:nvPr/>
              </p:nvSpPr>
              <p:spPr bwMode="auto">
                <a:xfrm>
                  <a:off x="24" y="32"/>
                  <a:ext cx="64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40639" bIns="0" anchor="ctr">
                  <a:spAutoFit/>
                </a:bodyPr>
                <a:lstStyle/>
                <a:p>
                  <a:pPr marL="39688" algn="ctr"/>
                  <a:r>
                    <a:rPr lang="en-US" sz="1400" b="1">
                      <a:solidFill>
                        <a:schemeClr val="tx1"/>
                      </a:solidFill>
                      <a:ea typeface="ＭＳ Ｐゴシック" charset="0"/>
                    </a:rPr>
                    <a:t>validação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4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851253"/>
            <a:ext cx="7024744" cy="724936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/>
              <a:t>Verificação e validação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67105" y="1721192"/>
            <a:ext cx="8046426" cy="4033702"/>
          </a:xfrm>
        </p:spPr>
        <p:txBody>
          <a:bodyPr rIns="132080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err="1"/>
              <a:t>Verificação</a:t>
            </a:r>
            <a:r>
              <a:rPr lang="en-US" dirty="0"/>
              <a:t>: </a:t>
            </a:r>
            <a:br>
              <a:rPr lang="en-US" dirty="0"/>
            </a:br>
            <a:r>
              <a:rPr lang="ja-JP" altLang="en-US" dirty="0">
                <a:latin typeface="Arial"/>
              </a:rPr>
              <a:t>“</a:t>
            </a:r>
            <a:r>
              <a:rPr lang="en-US" dirty="0" err="1"/>
              <a:t>Estamos</a:t>
            </a:r>
            <a:r>
              <a:rPr lang="en-US" dirty="0"/>
              <a:t> </a:t>
            </a:r>
            <a:r>
              <a:rPr lang="en-US" dirty="0" err="1"/>
              <a:t>construindo</a:t>
            </a:r>
            <a:r>
              <a:rPr lang="en-US" dirty="0"/>
              <a:t> o </a:t>
            </a:r>
            <a:r>
              <a:rPr lang="en-US" dirty="0" err="1"/>
              <a:t>produto</a:t>
            </a:r>
            <a:r>
              <a:rPr lang="en-US" dirty="0"/>
              <a:t> </a:t>
            </a:r>
            <a:r>
              <a:rPr lang="en-US" dirty="0" err="1"/>
              <a:t>corretamente</a:t>
            </a:r>
            <a:r>
              <a:rPr lang="en-US" dirty="0"/>
              <a:t>?"</a:t>
            </a:r>
          </a:p>
          <a:p>
            <a:pPr marL="947738" lvl="1" algn="just" eaLnBrk="1" hangingPunct="1">
              <a:lnSpc>
                <a:spcPct val="90000"/>
              </a:lnSpc>
              <a:defRPr/>
            </a:pPr>
            <a:r>
              <a:rPr lang="en-US" dirty="0" err="1"/>
              <a:t>Processo</a:t>
            </a:r>
            <a:r>
              <a:rPr lang="en-US" dirty="0"/>
              <a:t> de </a:t>
            </a:r>
            <a:r>
              <a:rPr lang="en-US" dirty="0" err="1"/>
              <a:t>avaliar</a:t>
            </a:r>
            <a:r>
              <a:rPr lang="en-US" dirty="0"/>
              <a:t> um </a:t>
            </a:r>
            <a:r>
              <a:rPr lang="en-US" dirty="0" err="1"/>
              <a:t>produto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determinar</a:t>
            </a:r>
            <a:r>
              <a:rPr lang="en-US" dirty="0"/>
              <a:t> se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de um </a:t>
            </a:r>
            <a:r>
              <a:rPr lang="en-US" dirty="0" err="1"/>
              <a:t>passo</a:t>
            </a:r>
            <a:r>
              <a:rPr lang="en-US" dirty="0"/>
              <a:t> do </a:t>
            </a:r>
            <a:r>
              <a:rPr lang="en-US" dirty="0" err="1"/>
              <a:t>processo</a:t>
            </a:r>
            <a:r>
              <a:rPr lang="en-US" dirty="0"/>
              <a:t> de </a:t>
            </a:r>
            <a:r>
              <a:rPr lang="en-US" dirty="0" err="1"/>
              <a:t>desenvolvimento</a:t>
            </a:r>
            <a:r>
              <a:rPr lang="en-US" dirty="0"/>
              <a:t> </a:t>
            </a:r>
            <a:r>
              <a:rPr lang="en-US" dirty="0" err="1"/>
              <a:t>satisfazem</a:t>
            </a:r>
            <a:r>
              <a:rPr lang="en-US" dirty="0"/>
              <a:t> as </a:t>
            </a:r>
            <a:r>
              <a:rPr lang="en-US" dirty="0" err="1"/>
              <a:t>condições</a:t>
            </a:r>
            <a:r>
              <a:rPr lang="en-US" dirty="0"/>
              <a:t> </a:t>
            </a:r>
            <a:r>
              <a:rPr lang="en-US" dirty="0" err="1"/>
              <a:t>impostas</a:t>
            </a:r>
            <a:r>
              <a:rPr lang="en-US" dirty="0"/>
              <a:t> no </a:t>
            </a:r>
            <a:r>
              <a:rPr lang="en-US" dirty="0" err="1"/>
              <a:t>início</a:t>
            </a:r>
            <a:r>
              <a:rPr lang="en-US" dirty="0"/>
              <a:t> do </a:t>
            </a:r>
            <a:r>
              <a:rPr lang="en-US" dirty="0" err="1"/>
              <a:t>passo</a:t>
            </a:r>
            <a:r>
              <a:rPr lang="en-US" dirty="0"/>
              <a:t>.</a:t>
            </a:r>
          </a:p>
          <a:p>
            <a:pPr marL="947738" lvl="1"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err="1"/>
              <a:t>Validação</a:t>
            </a:r>
            <a:r>
              <a:rPr lang="en-US" dirty="0"/>
              <a:t>:</a:t>
            </a:r>
            <a:br>
              <a:rPr lang="en-US" dirty="0"/>
            </a:br>
            <a:r>
              <a:rPr lang="ja-JP" altLang="en-US" dirty="0">
                <a:latin typeface="Arial"/>
              </a:rPr>
              <a:t>“</a:t>
            </a:r>
            <a:r>
              <a:rPr lang="en-US" dirty="0" err="1"/>
              <a:t>Estamos</a:t>
            </a:r>
            <a:r>
              <a:rPr lang="en-US" dirty="0"/>
              <a:t> </a:t>
            </a:r>
            <a:r>
              <a:rPr lang="en-US" dirty="0" err="1"/>
              <a:t>construindo</a:t>
            </a:r>
            <a:r>
              <a:rPr lang="en-US" dirty="0"/>
              <a:t> o </a:t>
            </a:r>
            <a:r>
              <a:rPr lang="en-US" dirty="0" err="1"/>
              <a:t>produto</a:t>
            </a:r>
            <a:r>
              <a:rPr lang="en-US" dirty="0"/>
              <a:t> </a:t>
            </a:r>
            <a:r>
              <a:rPr lang="en-US" dirty="0" err="1"/>
              <a:t>correto</a:t>
            </a:r>
            <a:r>
              <a:rPr lang="en-US" dirty="0"/>
              <a:t>?"</a:t>
            </a:r>
          </a:p>
          <a:p>
            <a:pPr marL="947738" lvl="1" algn="just" eaLnBrk="1" hangingPunct="1">
              <a:lnSpc>
                <a:spcPct val="90000"/>
              </a:lnSpc>
              <a:defRPr/>
            </a:pPr>
            <a:r>
              <a:rPr lang="en-US" dirty="0" err="1"/>
              <a:t>Processo</a:t>
            </a:r>
            <a:r>
              <a:rPr lang="en-US" dirty="0"/>
              <a:t> de </a:t>
            </a:r>
            <a:r>
              <a:rPr lang="en-US" dirty="0" err="1"/>
              <a:t>avaliar</a:t>
            </a:r>
            <a:r>
              <a:rPr lang="en-US" dirty="0"/>
              <a:t> um </a:t>
            </a:r>
            <a:r>
              <a:rPr lang="en-US" dirty="0" err="1"/>
              <a:t>produto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determinar</a:t>
            </a:r>
            <a:r>
              <a:rPr lang="en-US" dirty="0"/>
              <a:t> se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satisfaz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requisitos</a:t>
            </a:r>
            <a:r>
              <a:rPr lang="en-US" dirty="0"/>
              <a:t> </a:t>
            </a:r>
            <a:r>
              <a:rPr lang="en-US" dirty="0" err="1"/>
              <a:t>especificados</a:t>
            </a:r>
            <a:r>
              <a:rPr lang="en-US" sz="2000" dirty="0"/>
              <a:t>.</a:t>
            </a:r>
          </a:p>
        </p:txBody>
      </p:sp>
      <p:sp>
        <p:nvSpPr>
          <p:cNvPr id="2" name="Retângulo 1"/>
          <p:cNvSpPr/>
          <p:nvPr/>
        </p:nvSpPr>
        <p:spPr>
          <a:xfrm>
            <a:off x="6558003" y="5873928"/>
            <a:ext cx="1715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BOEHM</a:t>
            </a:r>
            <a:r>
              <a:rPr lang="pt-BR" dirty="0"/>
              <a:t>, </a:t>
            </a:r>
            <a:r>
              <a:rPr lang="pt-BR" dirty="0" smtClean="0"/>
              <a:t>1979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5</a:t>
            </a:r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740930"/>
            <a:ext cx="7024744" cy="776210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/>
              <a:t>O que é teste?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67104" y="1752600"/>
            <a:ext cx="8081596" cy="3980776"/>
          </a:xfrm>
        </p:spPr>
        <p:txBody>
          <a:bodyPr rIns="132080"/>
          <a:lstStyle/>
          <a:p>
            <a:pPr algn="just" eaLnBrk="1" hangingPunct="1">
              <a:defRPr/>
            </a:pPr>
            <a:r>
              <a:rPr lang="en-US" dirty="0" err="1"/>
              <a:t>Atividade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qual</a:t>
            </a:r>
            <a:r>
              <a:rPr lang="en-US" dirty="0"/>
              <a:t> um </a:t>
            </a:r>
            <a:r>
              <a:rPr lang="en-US" dirty="0" err="1"/>
              <a:t>produto</a:t>
            </a:r>
            <a:r>
              <a:rPr lang="en-US" dirty="0"/>
              <a:t> é </a:t>
            </a:r>
            <a:r>
              <a:rPr lang="en-US" dirty="0" err="1"/>
              <a:t>executado</a:t>
            </a:r>
            <a:r>
              <a:rPr lang="en-US" dirty="0"/>
              <a:t> sob </a:t>
            </a:r>
            <a:r>
              <a:rPr lang="en-US" dirty="0" err="1"/>
              <a:t>condições</a:t>
            </a:r>
            <a:r>
              <a:rPr lang="en-US" dirty="0"/>
              <a:t> </a:t>
            </a:r>
            <a:r>
              <a:rPr lang="en-US" dirty="0" err="1"/>
              <a:t>especificadas</a:t>
            </a:r>
            <a:r>
              <a:rPr lang="en-US" dirty="0"/>
              <a:t>,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observados</a:t>
            </a:r>
            <a:r>
              <a:rPr lang="en-US" dirty="0"/>
              <a:t> e </a:t>
            </a:r>
            <a:r>
              <a:rPr lang="en-US" dirty="0" err="1"/>
              <a:t>registrados</a:t>
            </a:r>
            <a:r>
              <a:rPr lang="en-US" dirty="0"/>
              <a:t>, e </a:t>
            </a:r>
            <a:r>
              <a:rPr lang="en-US" dirty="0" err="1"/>
              <a:t>algum</a:t>
            </a:r>
            <a:r>
              <a:rPr lang="en-US" dirty="0"/>
              <a:t> </a:t>
            </a:r>
            <a:r>
              <a:rPr lang="en-US" dirty="0" err="1"/>
              <a:t>aspecto</a:t>
            </a:r>
            <a:r>
              <a:rPr lang="en-US" dirty="0"/>
              <a:t> </a:t>
            </a:r>
            <a:r>
              <a:rPr lang="en-US" dirty="0" err="1"/>
              <a:t>deste</a:t>
            </a:r>
            <a:r>
              <a:rPr lang="en-US" dirty="0"/>
              <a:t> </a:t>
            </a:r>
            <a:r>
              <a:rPr lang="en-US" dirty="0" err="1"/>
              <a:t>produto</a:t>
            </a:r>
            <a:r>
              <a:rPr lang="en-US" dirty="0"/>
              <a:t> é </a:t>
            </a:r>
            <a:r>
              <a:rPr lang="en-US" dirty="0" err="1"/>
              <a:t>avaliado</a:t>
            </a:r>
            <a:r>
              <a:rPr lang="en-US" dirty="0"/>
              <a:t>. </a:t>
            </a:r>
          </a:p>
          <a:p>
            <a:pPr algn="just" eaLnBrk="1" hangingPunct="1">
              <a:defRPr/>
            </a:pPr>
            <a:endParaRPr lang="en-US" dirty="0"/>
          </a:p>
          <a:p>
            <a:pPr algn="just" eaLnBrk="1" hangingPunct="1">
              <a:defRPr/>
            </a:pP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usado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revelar</a:t>
            </a:r>
            <a:r>
              <a:rPr lang="en-US" dirty="0"/>
              <a:t> </a:t>
            </a:r>
            <a:r>
              <a:rPr lang="en-US" dirty="0" err="1"/>
              <a:t>defeitos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software e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estabelecer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software tem um </a:t>
            </a:r>
            <a:r>
              <a:rPr lang="en-US" dirty="0" err="1"/>
              <a:t>certo</a:t>
            </a:r>
            <a:r>
              <a:rPr lang="en-US" dirty="0"/>
              <a:t> </a:t>
            </a:r>
            <a:r>
              <a:rPr lang="en-US" dirty="0" err="1"/>
              <a:t>grau</a:t>
            </a:r>
            <a:r>
              <a:rPr lang="en-US" dirty="0"/>
              <a:t> de </a:t>
            </a:r>
            <a:r>
              <a:rPr lang="en-US" dirty="0" err="1"/>
              <a:t>qualidade</a:t>
            </a:r>
            <a:r>
              <a:rPr lang="en-US" dirty="0"/>
              <a:t> com </a:t>
            </a:r>
            <a:r>
              <a:rPr lang="en-US" dirty="0" err="1"/>
              <a:t>relação</a:t>
            </a:r>
            <a:r>
              <a:rPr lang="en-US" dirty="0"/>
              <a:t> a </a:t>
            </a:r>
            <a:r>
              <a:rPr lang="en-US" dirty="0" err="1"/>
              <a:t>alguns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6</a:t>
            </a: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868638"/>
            <a:ext cx="7024744" cy="1143000"/>
          </a:xfrm>
        </p:spPr>
        <p:txBody>
          <a:bodyPr rIns="132080">
            <a:normAutofit fontScale="90000"/>
          </a:bodyPr>
          <a:lstStyle/>
          <a:p>
            <a:pPr indent="0" algn="ctr" eaLnBrk="1" hangingPunct="1">
              <a:defRPr/>
            </a:pPr>
            <a:r>
              <a:rPr lang="en-US" dirty="0">
                <a:solidFill>
                  <a:srgbClr val="FF0000"/>
                </a:solidFill>
              </a:rPr>
              <a:t>O </a:t>
            </a:r>
            <a:r>
              <a:rPr lang="en-US" dirty="0" err="1">
                <a:solidFill>
                  <a:srgbClr val="FF0000"/>
                </a:solidFill>
              </a:rPr>
              <a:t>processo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>
                <a:solidFill>
                  <a:srgbClr val="FF0000"/>
                </a:solidFill>
              </a:rPr>
              <a:t>verificação</a:t>
            </a:r>
            <a:r>
              <a:rPr lang="en-US" dirty="0">
                <a:solidFill>
                  <a:srgbClr val="FF0000"/>
                </a:solidFill>
              </a:rPr>
              <a:t> e </a:t>
            </a:r>
            <a:r>
              <a:rPr lang="en-US" dirty="0" err="1" smtClean="0">
                <a:solidFill>
                  <a:srgbClr val="FF0000"/>
                </a:solidFill>
              </a:rPr>
              <a:t>validação</a:t>
            </a:r>
            <a:r>
              <a:rPr lang="en-US" dirty="0" smtClean="0">
                <a:solidFill>
                  <a:srgbClr val="FF0000"/>
                </a:solidFill>
              </a:rPr>
              <a:t>  (V e V)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 eaLnBrk="1" hangingPunct="1">
              <a:defRPr/>
            </a:pPr>
            <a:r>
              <a:rPr lang="en-US" dirty="0"/>
              <a:t>É um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dura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o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vida</a:t>
            </a:r>
            <a:endParaRPr lang="en-US" dirty="0"/>
          </a:p>
          <a:p>
            <a:pPr marL="947738" lvl="1" algn="just" eaLnBrk="1" hangingPunct="1">
              <a:defRPr/>
            </a:pPr>
            <a:r>
              <a:rPr lang="en-US" dirty="0"/>
              <a:t>v e v </a:t>
            </a:r>
            <a:r>
              <a:rPr lang="en-US" dirty="0" err="1"/>
              <a:t>devem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aplicadas</a:t>
            </a:r>
            <a:r>
              <a:rPr lang="en-US" dirty="0"/>
              <a:t> 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estágio</a:t>
            </a:r>
            <a:r>
              <a:rPr lang="en-US" dirty="0"/>
              <a:t> no </a:t>
            </a:r>
            <a:r>
              <a:rPr lang="en-US" dirty="0" err="1"/>
              <a:t>processo</a:t>
            </a:r>
            <a:r>
              <a:rPr lang="en-US" dirty="0"/>
              <a:t> de </a:t>
            </a:r>
            <a:r>
              <a:rPr lang="en-US" dirty="0" err="1"/>
              <a:t>desenvolvimento</a:t>
            </a:r>
            <a:r>
              <a:rPr lang="en-US" dirty="0"/>
              <a:t> de software</a:t>
            </a:r>
          </a:p>
          <a:p>
            <a:pPr eaLnBrk="1" hangingPunct="1">
              <a:defRPr/>
            </a:pPr>
            <a:r>
              <a:rPr lang="en-US" dirty="0"/>
              <a:t>Tem </a:t>
            </a:r>
            <a:r>
              <a:rPr lang="en-US" dirty="0" err="1"/>
              <a:t>dois</a:t>
            </a:r>
            <a:r>
              <a:rPr lang="en-US" dirty="0"/>
              <a:t> </a:t>
            </a:r>
            <a:r>
              <a:rPr lang="en-US" dirty="0" err="1"/>
              <a:t>objetivos</a:t>
            </a:r>
            <a:r>
              <a:rPr lang="en-US" dirty="0"/>
              <a:t> </a:t>
            </a:r>
            <a:r>
              <a:rPr lang="en-US" dirty="0" err="1"/>
              <a:t>principais</a:t>
            </a:r>
            <a:endParaRPr lang="en-US" dirty="0"/>
          </a:p>
          <a:p>
            <a:pPr marL="947738" lvl="1" eaLnBrk="1" hangingPunct="1">
              <a:defRPr/>
            </a:pPr>
            <a:r>
              <a:rPr lang="en-US" dirty="0" err="1"/>
              <a:t>Descobrir</a:t>
            </a:r>
            <a:r>
              <a:rPr lang="en-US" dirty="0"/>
              <a:t> </a:t>
            </a:r>
            <a:r>
              <a:rPr lang="en-US" dirty="0" err="1"/>
              <a:t>defeitos</a:t>
            </a:r>
            <a:r>
              <a:rPr lang="en-US" dirty="0"/>
              <a:t> no </a:t>
            </a:r>
            <a:r>
              <a:rPr lang="en-US" dirty="0" err="1"/>
              <a:t>sistema</a:t>
            </a:r>
            <a:endParaRPr lang="en-US" dirty="0"/>
          </a:p>
          <a:p>
            <a:pPr marL="947738" lvl="1" eaLnBrk="1" hangingPunct="1">
              <a:defRPr/>
            </a:pPr>
            <a:r>
              <a:rPr lang="en-US" dirty="0" err="1"/>
              <a:t>Aferir</a:t>
            </a:r>
            <a:r>
              <a:rPr lang="en-US" dirty="0"/>
              <a:t> se o </a:t>
            </a:r>
            <a:r>
              <a:rPr lang="en-US" dirty="0" err="1"/>
              <a:t>sistema</a:t>
            </a:r>
            <a:r>
              <a:rPr lang="en-US" dirty="0"/>
              <a:t> é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utilizável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situação</a:t>
            </a:r>
            <a:r>
              <a:rPr lang="en-US" dirty="0"/>
              <a:t> </a:t>
            </a:r>
            <a:r>
              <a:rPr lang="en-US" dirty="0" err="1"/>
              <a:t>operacional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7</a:t>
            </a:r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740869" y="1027664"/>
            <a:ext cx="7602727" cy="683528"/>
          </a:xfrm>
        </p:spPr>
        <p:txBody>
          <a:bodyPr rIns="132080">
            <a:noAutofit/>
          </a:bodyPr>
          <a:lstStyle/>
          <a:p>
            <a:pPr indent="0" eaLnBrk="1" hangingPunct="1">
              <a:defRPr/>
            </a:pPr>
            <a:r>
              <a:rPr lang="en-US" sz="3600"/>
              <a:t>Verificação estática e dinâmica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043492" y="2094319"/>
            <a:ext cx="7300104" cy="3508977"/>
          </a:xfrm>
        </p:spPr>
        <p:txBody>
          <a:bodyPr rIns="132080">
            <a:normAutofit fontScale="92500" lnSpcReduction="10000"/>
          </a:bodyPr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sz="2400" i="1" dirty="0" err="1"/>
              <a:t>Inspeções</a:t>
            </a:r>
            <a:r>
              <a:rPr lang="en-US" sz="2400" i="1" dirty="0"/>
              <a:t> de software</a:t>
            </a:r>
          </a:p>
          <a:p>
            <a:pPr marL="947738" lvl="1" algn="just" eaLnBrk="1" hangingPunct="1">
              <a:lnSpc>
                <a:spcPct val="90000"/>
              </a:lnSpc>
              <a:defRPr/>
            </a:pPr>
            <a:r>
              <a:rPr lang="en-US" sz="2000" dirty="0" err="1"/>
              <a:t>lidam</a:t>
            </a:r>
            <a:r>
              <a:rPr lang="en-US" sz="2000" dirty="0"/>
              <a:t> com a </a:t>
            </a:r>
            <a:r>
              <a:rPr lang="en-US" sz="2000" dirty="0" err="1"/>
              <a:t>análise</a:t>
            </a:r>
            <a:r>
              <a:rPr lang="en-US" sz="2000" dirty="0"/>
              <a:t> da </a:t>
            </a:r>
            <a:r>
              <a:rPr lang="en-US" sz="2000" dirty="0" err="1"/>
              <a:t>representação</a:t>
            </a:r>
            <a:r>
              <a:rPr lang="en-US" sz="2000" dirty="0"/>
              <a:t> </a:t>
            </a:r>
            <a:r>
              <a:rPr lang="en-US" sz="2000" dirty="0" err="1"/>
              <a:t>estática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para</a:t>
            </a:r>
            <a:r>
              <a:rPr lang="en-US" sz="2000" dirty="0"/>
              <a:t> </a:t>
            </a:r>
            <a:r>
              <a:rPr lang="en-US" sz="2000" dirty="0" err="1"/>
              <a:t>descobrir</a:t>
            </a:r>
            <a:r>
              <a:rPr lang="en-US" sz="2000" dirty="0"/>
              <a:t> </a:t>
            </a:r>
            <a:r>
              <a:rPr lang="en-US" sz="2000" dirty="0" err="1"/>
              <a:t>problemas</a:t>
            </a:r>
            <a:endParaRPr lang="en-US" sz="2000" dirty="0"/>
          </a:p>
          <a:p>
            <a:pPr marL="947738" lvl="1" algn="just" eaLnBrk="1" hangingPunct="1">
              <a:lnSpc>
                <a:spcPct val="90000"/>
              </a:lnSpc>
              <a:defRPr/>
            </a:pPr>
            <a:r>
              <a:rPr lang="en-US" sz="2000" dirty="0" err="1"/>
              <a:t>verificação</a:t>
            </a:r>
            <a:r>
              <a:rPr lang="en-US" sz="2000" dirty="0"/>
              <a:t> </a:t>
            </a:r>
            <a:r>
              <a:rPr lang="en-US" sz="2000" dirty="0" err="1"/>
              <a:t>estática</a:t>
            </a:r>
            <a:endParaRPr lang="en-US" sz="2000" dirty="0"/>
          </a:p>
          <a:p>
            <a:pPr marL="947738" lvl="1" algn="just" eaLnBrk="1" hangingPunct="1">
              <a:lnSpc>
                <a:spcPct val="90000"/>
              </a:lnSpc>
              <a:defRPr/>
            </a:pPr>
            <a:r>
              <a:rPr lang="en-US" sz="2000" dirty="0" err="1"/>
              <a:t>podem</a:t>
            </a:r>
            <a:r>
              <a:rPr lang="en-US" sz="2000" dirty="0"/>
              <a:t> </a:t>
            </a:r>
            <a:r>
              <a:rPr lang="en-US" sz="2000" dirty="0" err="1"/>
              <a:t>ser</a:t>
            </a:r>
            <a:r>
              <a:rPr lang="en-US" sz="2000" dirty="0"/>
              <a:t> </a:t>
            </a:r>
            <a:r>
              <a:rPr lang="en-US" sz="2000" dirty="0" err="1"/>
              <a:t>suplementadas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ferramentas</a:t>
            </a:r>
            <a:r>
              <a:rPr lang="en-US" sz="2000" dirty="0"/>
              <a:t> de </a:t>
            </a:r>
            <a:r>
              <a:rPr lang="en-US" sz="2000" dirty="0" err="1"/>
              <a:t>análise</a:t>
            </a:r>
            <a:r>
              <a:rPr lang="en-US" sz="2000" dirty="0"/>
              <a:t> de </a:t>
            </a:r>
            <a:r>
              <a:rPr lang="en-US" sz="2000" dirty="0" err="1"/>
              <a:t>código</a:t>
            </a:r>
            <a:endParaRPr lang="en-US" sz="2000" dirty="0"/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2400" i="1" dirty="0"/>
              <a:t>Testes de software</a:t>
            </a:r>
          </a:p>
          <a:p>
            <a:pPr marL="947738" lvl="1" algn="just" eaLnBrk="1" hangingPunct="1">
              <a:lnSpc>
                <a:spcPct val="90000"/>
              </a:lnSpc>
              <a:defRPr/>
            </a:pPr>
            <a:r>
              <a:rPr lang="en-US" sz="2000" dirty="0" err="1"/>
              <a:t>lidam</a:t>
            </a:r>
            <a:r>
              <a:rPr lang="en-US" sz="2000" dirty="0"/>
              <a:t> com o </a:t>
            </a:r>
            <a:r>
              <a:rPr lang="en-US" sz="2000" dirty="0" err="1"/>
              <a:t>uso</a:t>
            </a:r>
            <a:r>
              <a:rPr lang="en-US" sz="2000" dirty="0"/>
              <a:t> e </a:t>
            </a:r>
            <a:r>
              <a:rPr lang="en-US" sz="2000" dirty="0" err="1"/>
              <a:t>observação</a:t>
            </a:r>
            <a:r>
              <a:rPr lang="en-US" sz="2000" dirty="0"/>
              <a:t> do </a:t>
            </a:r>
            <a:r>
              <a:rPr lang="en-US" sz="2000" dirty="0" err="1"/>
              <a:t>comportamento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endParaRPr lang="en-US" sz="2000" dirty="0"/>
          </a:p>
          <a:p>
            <a:pPr marL="947738" lvl="1" algn="just" eaLnBrk="1" hangingPunct="1">
              <a:lnSpc>
                <a:spcPct val="90000"/>
              </a:lnSpc>
              <a:defRPr/>
            </a:pPr>
            <a:r>
              <a:rPr lang="en-US" sz="2000" dirty="0" err="1"/>
              <a:t>verificação</a:t>
            </a:r>
            <a:r>
              <a:rPr lang="en-US" sz="2000" dirty="0"/>
              <a:t> </a:t>
            </a:r>
            <a:r>
              <a:rPr lang="en-US" sz="2000" dirty="0" err="1"/>
              <a:t>dinâmica</a:t>
            </a:r>
            <a:endParaRPr lang="en-US" sz="2000" dirty="0"/>
          </a:p>
          <a:p>
            <a:pPr marL="947738" lvl="1" algn="just" eaLnBrk="1" hangingPunct="1">
              <a:lnSpc>
                <a:spcPct val="90000"/>
              </a:lnSpc>
              <a:defRPr/>
            </a:pPr>
            <a:r>
              <a:rPr lang="en-US" sz="2000" dirty="0"/>
              <a:t>o </a:t>
            </a:r>
            <a:r>
              <a:rPr lang="en-US" sz="2000" dirty="0" err="1"/>
              <a:t>sistema</a:t>
            </a:r>
            <a:r>
              <a:rPr lang="en-US" sz="2000" dirty="0"/>
              <a:t> é </a:t>
            </a:r>
            <a:r>
              <a:rPr lang="en-US" sz="2000" dirty="0" err="1"/>
              <a:t>executado</a:t>
            </a:r>
            <a:r>
              <a:rPr lang="en-US" sz="2000" dirty="0"/>
              <a:t> com dados de </a:t>
            </a:r>
            <a:r>
              <a:rPr lang="en-US" sz="2000" dirty="0" err="1"/>
              <a:t>teste</a:t>
            </a:r>
            <a:r>
              <a:rPr lang="en-US" sz="2000" dirty="0"/>
              <a:t> e </a:t>
            </a:r>
            <a:r>
              <a:rPr lang="en-US" sz="2000" dirty="0" err="1"/>
              <a:t>seu</a:t>
            </a:r>
            <a:r>
              <a:rPr lang="en-US" sz="2000" dirty="0"/>
              <a:t> </a:t>
            </a:r>
            <a:r>
              <a:rPr lang="en-US" sz="2000" dirty="0" err="1"/>
              <a:t>comportamento</a:t>
            </a:r>
            <a:r>
              <a:rPr lang="en-US" sz="2000" dirty="0"/>
              <a:t> </a:t>
            </a:r>
            <a:r>
              <a:rPr lang="en-US" sz="2000" dirty="0" err="1"/>
              <a:t>operacional</a:t>
            </a:r>
            <a:r>
              <a:rPr lang="en-US" sz="2000" dirty="0"/>
              <a:t> é </a:t>
            </a:r>
            <a:r>
              <a:rPr lang="en-US" sz="2000" dirty="0" err="1"/>
              <a:t>observado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8</a:t>
            </a:r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title"/>
          </p:nvPr>
        </p:nvSpPr>
        <p:spPr>
          <a:xfrm>
            <a:off x="866885" y="837322"/>
            <a:ext cx="7024744" cy="571500"/>
          </a:xfrm>
        </p:spPr>
        <p:txBody>
          <a:bodyPr rIns="132080">
            <a:normAutofit fontScale="90000"/>
          </a:bodyPr>
          <a:lstStyle/>
          <a:p>
            <a:pPr indent="0" algn="ctr" eaLnBrk="1" hangingPunct="1">
              <a:defRPr/>
            </a:pPr>
            <a:r>
              <a:rPr lang="en-US" sz="3200" b="1" dirty="0" err="1"/>
              <a:t>Verificação</a:t>
            </a:r>
            <a:r>
              <a:rPr lang="en-US" sz="3200" b="1" dirty="0"/>
              <a:t> </a:t>
            </a:r>
            <a:r>
              <a:rPr lang="en-US" sz="3200" b="1" dirty="0" err="1"/>
              <a:t>estática</a:t>
            </a:r>
            <a:r>
              <a:rPr lang="en-US" sz="3200" b="1" dirty="0"/>
              <a:t> e </a:t>
            </a:r>
            <a:r>
              <a:rPr lang="en-US" sz="3200" b="1" dirty="0" err="1"/>
              <a:t>dinâmica</a:t>
            </a:r>
            <a:endParaRPr lang="en-US" sz="3200" b="1" dirty="0"/>
          </a:p>
        </p:txBody>
      </p:sp>
      <p:grpSp>
        <p:nvGrpSpPr>
          <p:cNvPr id="24580" name="Group 6"/>
          <p:cNvGrpSpPr>
            <a:grpSpLocks/>
          </p:cNvGrpSpPr>
          <p:nvPr/>
        </p:nvGrpSpPr>
        <p:grpSpPr bwMode="auto">
          <a:xfrm>
            <a:off x="719497" y="2152650"/>
            <a:ext cx="7438300" cy="3389313"/>
            <a:chOff x="-25" y="0"/>
            <a:chExt cx="5075" cy="2135"/>
          </a:xfrm>
        </p:grpSpPr>
        <p:grpSp>
          <p:nvGrpSpPr>
            <p:cNvPr id="2" name="Group 7"/>
            <p:cNvGrpSpPr>
              <a:grpSpLocks/>
            </p:cNvGrpSpPr>
            <p:nvPr/>
          </p:nvGrpSpPr>
          <p:grpSpPr bwMode="auto">
            <a:xfrm>
              <a:off x="3619" y="1693"/>
              <a:ext cx="1431" cy="442"/>
              <a:chOff x="0" y="0"/>
              <a:chExt cx="1431" cy="442"/>
            </a:xfrm>
          </p:grpSpPr>
          <p:sp>
            <p:nvSpPr>
              <p:cNvPr id="24597" name="Oval 8"/>
              <p:cNvSpPr>
                <a:spLocks/>
              </p:cNvSpPr>
              <p:nvPr/>
            </p:nvSpPr>
            <p:spPr bwMode="auto">
              <a:xfrm>
                <a:off x="0" y="0"/>
                <a:ext cx="1431" cy="442"/>
              </a:xfrm>
              <a:prstGeom prst="ellipse">
                <a:avLst/>
              </a:prstGeom>
              <a:solidFill>
                <a:srgbClr val="CCECFF"/>
              </a:solidFill>
              <a:ln w="9525">
                <a:solidFill>
                  <a:srgbClr val="CCECFF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24598" name="Rectangle 9"/>
              <p:cNvSpPr>
                <a:spLocks/>
              </p:cNvSpPr>
              <p:nvPr/>
            </p:nvSpPr>
            <p:spPr bwMode="auto">
              <a:xfrm>
                <a:off x="236" y="22"/>
                <a:ext cx="959" cy="3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78049" bIns="38100" anchor="ctr">
                <a:spAutoFit/>
              </a:bodyPr>
              <a:lstStyle/>
              <a:p>
                <a:pPr marL="1588" algn="ctr"/>
                <a:r>
                  <a:rPr lang="en-US">
                    <a:solidFill>
                      <a:schemeClr val="tx1"/>
                    </a:solidFill>
                    <a:ea typeface="ＭＳ Ｐゴシック" charset="0"/>
                  </a:rPr>
                  <a:t>Verificação</a:t>
                </a:r>
              </a:p>
              <a:p>
                <a:pPr marL="1588" algn="ctr"/>
                <a:r>
                  <a:rPr lang="en-US">
                    <a:solidFill>
                      <a:schemeClr val="tx1"/>
                    </a:solidFill>
                    <a:ea typeface="ＭＳ Ｐゴシック" charset="0"/>
                  </a:rPr>
                  <a:t>dinâmica</a:t>
                </a:r>
              </a:p>
            </p:txBody>
          </p:sp>
        </p:grpSp>
        <p:sp>
          <p:nvSpPr>
            <p:cNvPr id="24582" name="Rectangle 10"/>
            <p:cNvSpPr>
              <a:spLocks/>
            </p:cNvSpPr>
            <p:nvPr/>
          </p:nvSpPr>
          <p:spPr bwMode="auto">
            <a:xfrm>
              <a:off x="-25" y="895"/>
              <a:ext cx="1120" cy="349"/>
            </a:xfrm>
            <a:prstGeom prst="rect">
              <a:avLst/>
            </a:prstGeom>
            <a:solidFill>
              <a:srgbClr val="E5FFE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40639" bIns="0">
              <a:spAutoFit/>
            </a:bodyPr>
            <a:lstStyle/>
            <a:p>
              <a:pPr marL="39688" algn="ctr"/>
              <a:r>
                <a:rPr lang="en-US">
                  <a:solidFill>
                    <a:schemeClr val="tx1"/>
                  </a:solidFill>
                  <a:ea typeface="ＭＳ Ｐゴシック" charset="0"/>
                </a:rPr>
                <a:t>Especificação</a:t>
              </a:r>
            </a:p>
            <a:p>
              <a:pPr marL="39688" algn="ctr"/>
              <a:r>
                <a:rPr lang="en-US">
                  <a:solidFill>
                    <a:schemeClr val="tx1"/>
                  </a:solidFill>
                  <a:ea typeface="ＭＳ Ｐゴシック" charset="0"/>
                </a:rPr>
                <a:t>de requisitos</a:t>
              </a:r>
            </a:p>
          </p:txBody>
        </p:sp>
        <p:sp>
          <p:nvSpPr>
            <p:cNvPr id="24583" name="Rectangle 11"/>
            <p:cNvSpPr>
              <a:spLocks/>
            </p:cNvSpPr>
            <p:nvPr/>
          </p:nvSpPr>
          <p:spPr bwMode="auto">
            <a:xfrm>
              <a:off x="1449" y="895"/>
              <a:ext cx="876" cy="349"/>
            </a:xfrm>
            <a:prstGeom prst="rect">
              <a:avLst/>
            </a:prstGeom>
            <a:solidFill>
              <a:srgbClr val="E5FFE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40639" bIns="0">
              <a:spAutoFit/>
            </a:bodyPr>
            <a:lstStyle/>
            <a:p>
              <a:pPr marL="39688" algn="ctr"/>
              <a:r>
                <a:rPr lang="en-US">
                  <a:solidFill>
                    <a:schemeClr val="tx1"/>
                  </a:solidFill>
                  <a:ea typeface="ＭＳ Ｐゴシック" charset="0"/>
                </a:rPr>
                <a:t>Projeto da</a:t>
              </a:r>
            </a:p>
            <a:p>
              <a:pPr marL="39688" algn="ctr"/>
              <a:r>
                <a:rPr lang="en-US">
                  <a:solidFill>
                    <a:schemeClr val="tx1"/>
                  </a:solidFill>
                  <a:ea typeface="ＭＳ Ｐゴシック" charset="0"/>
                </a:rPr>
                <a:t>arquitetura</a:t>
              </a:r>
            </a:p>
          </p:txBody>
        </p:sp>
        <p:sp>
          <p:nvSpPr>
            <p:cNvPr id="24584" name="Rectangle 12"/>
            <p:cNvSpPr>
              <a:spLocks/>
            </p:cNvSpPr>
            <p:nvPr/>
          </p:nvSpPr>
          <p:spPr bwMode="auto">
            <a:xfrm>
              <a:off x="2724" y="919"/>
              <a:ext cx="845" cy="349"/>
            </a:xfrm>
            <a:prstGeom prst="rect">
              <a:avLst/>
            </a:prstGeom>
            <a:solidFill>
              <a:srgbClr val="E5FFE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40639" bIns="0">
              <a:spAutoFit/>
            </a:bodyPr>
            <a:lstStyle/>
            <a:p>
              <a:pPr marL="39688" algn="ctr"/>
              <a:r>
                <a:rPr lang="en-US">
                  <a:solidFill>
                    <a:schemeClr val="tx1"/>
                  </a:solidFill>
                  <a:ea typeface="ＭＳ Ｐゴシック" charset="0"/>
                </a:rPr>
                <a:t>Projeto</a:t>
              </a:r>
            </a:p>
            <a:p>
              <a:pPr marL="39688" algn="ctr"/>
              <a:r>
                <a:rPr lang="en-US">
                  <a:solidFill>
                    <a:schemeClr val="tx1"/>
                  </a:solidFill>
                  <a:ea typeface="ＭＳ Ｐゴシック" charset="0"/>
                </a:rPr>
                <a:t>detalhado</a:t>
              </a:r>
            </a:p>
          </p:txBody>
        </p:sp>
        <p:sp>
          <p:nvSpPr>
            <p:cNvPr id="24585" name="Rectangle 13"/>
            <p:cNvSpPr>
              <a:spLocks/>
            </p:cNvSpPr>
            <p:nvPr/>
          </p:nvSpPr>
          <p:spPr bwMode="auto">
            <a:xfrm>
              <a:off x="3980" y="943"/>
              <a:ext cx="787" cy="174"/>
            </a:xfrm>
            <a:prstGeom prst="rect">
              <a:avLst/>
            </a:prstGeom>
            <a:solidFill>
              <a:srgbClr val="E5FFE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40639" bIns="0">
              <a:spAutoFit/>
            </a:bodyPr>
            <a:lstStyle/>
            <a:p>
              <a:pPr marL="39688" algn="ctr"/>
              <a:r>
                <a:rPr lang="en-US">
                  <a:solidFill>
                    <a:schemeClr val="tx1"/>
                  </a:solidFill>
                  <a:ea typeface="ＭＳ Ｐゴシック" charset="0"/>
                </a:rPr>
                <a:t>Programa</a:t>
              </a:r>
            </a:p>
          </p:txBody>
        </p:sp>
        <p:sp>
          <p:nvSpPr>
            <p:cNvPr id="24586" name="Rectangle 14"/>
            <p:cNvSpPr>
              <a:spLocks/>
            </p:cNvSpPr>
            <p:nvPr/>
          </p:nvSpPr>
          <p:spPr bwMode="auto">
            <a:xfrm>
              <a:off x="118" y="1814"/>
              <a:ext cx="723" cy="174"/>
            </a:xfrm>
            <a:prstGeom prst="rect">
              <a:avLst/>
            </a:prstGeom>
            <a:solidFill>
              <a:srgbClr val="E5FFE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40639" bIns="0">
              <a:spAutoFit/>
            </a:bodyPr>
            <a:lstStyle/>
            <a:p>
              <a:pPr marL="39688" algn="ctr"/>
              <a:r>
                <a:rPr lang="en-US">
                  <a:solidFill>
                    <a:schemeClr val="tx1"/>
                  </a:solidFill>
                  <a:ea typeface="ＭＳ Ｐゴシック" charset="0"/>
                </a:rPr>
                <a:t>Protótipo</a:t>
              </a:r>
            </a:p>
          </p:txBody>
        </p:sp>
        <p:grpSp>
          <p:nvGrpSpPr>
            <p:cNvPr id="24587" name="Group 15"/>
            <p:cNvGrpSpPr>
              <a:grpSpLocks/>
            </p:cNvGrpSpPr>
            <p:nvPr/>
          </p:nvGrpSpPr>
          <p:grpSpPr bwMode="auto">
            <a:xfrm>
              <a:off x="1901" y="0"/>
              <a:ext cx="1431" cy="442"/>
              <a:chOff x="0" y="0"/>
              <a:chExt cx="1431" cy="442"/>
            </a:xfrm>
          </p:grpSpPr>
          <p:sp>
            <p:nvSpPr>
              <p:cNvPr id="24595" name="Oval 16"/>
              <p:cNvSpPr>
                <a:spLocks/>
              </p:cNvSpPr>
              <p:nvPr/>
            </p:nvSpPr>
            <p:spPr bwMode="auto">
              <a:xfrm>
                <a:off x="0" y="0"/>
                <a:ext cx="1431" cy="442"/>
              </a:xfrm>
              <a:prstGeom prst="ellipse">
                <a:avLst/>
              </a:prstGeom>
              <a:solidFill>
                <a:srgbClr val="CCECFF"/>
              </a:solidFill>
              <a:ln w="9525">
                <a:solidFill>
                  <a:srgbClr val="CCECFF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24596" name="Rectangle 17"/>
              <p:cNvSpPr>
                <a:spLocks/>
              </p:cNvSpPr>
              <p:nvPr/>
            </p:nvSpPr>
            <p:spPr bwMode="auto">
              <a:xfrm>
                <a:off x="236" y="22"/>
                <a:ext cx="959" cy="3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78049" bIns="38100" anchor="ctr">
                <a:spAutoFit/>
              </a:bodyPr>
              <a:lstStyle/>
              <a:p>
                <a:pPr marL="1588" algn="ctr"/>
                <a:r>
                  <a:rPr lang="en-US">
                    <a:solidFill>
                      <a:schemeClr val="tx1"/>
                    </a:solidFill>
                    <a:ea typeface="ＭＳ Ｐゴシック" charset="0"/>
                  </a:rPr>
                  <a:t>Verificação</a:t>
                </a:r>
              </a:p>
              <a:p>
                <a:pPr marL="1588" algn="ctr"/>
                <a:r>
                  <a:rPr lang="en-US">
                    <a:solidFill>
                      <a:schemeClr val="tx1"/>
                    </a:solidFill>
                    <a:ea typeface="ＭＳ Ｐゴシック" charset="0"/>
                  </a:rPr>
                  <a:t>estática</a:t>
                </a:r>
              </a:p>
            </p:txBody>
          </p:sp>
        </p:grpSp>
        <p:sp>
          <p:nvSpPr>
            <p:cNvPr id="24588" name="Line 18"/>
            <p:cNvSpPr>
              <a:spLocks noChangeShapeType="1"/>
            </p:cNvSpPr>
            <p:nvPr/>
          </p:nvSpPr>
          <p:spPr bwMode="auto">
            <a:xfrm flipH="1">
              <a:off x="522" y="338"/>
              <a:ext cx="1476" cy="5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589" name="Line 19"/>
            <p:cNvSpPr>
              <a:spLocks noChangeShapeType="1"/>
            </p:cNvSpPr>
            <p:nvPr/>
          </p:nvSpPr>
          <p:spPr bwMode="auto">
            <a:xfrm flipH="1">
              <a:off x="1877" y="411"/>
              <a:ext cx="436" cy="4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590" name="Line 20"/>
            <p:cNvSpPr>
              <a:spLocks noChangeShapeType="1"/>
            </p:cNvSpPr>
            <p:nvPr/>
          </p:nvSpPr>
          <p:spPr bwMode="auto">
            <a:xfrm>
              <a:off x="2966" y="411"/>
              <a:ext cx="218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591" name="Line 21"/>
            <p:cNvSpPr>
              <a:spLocks noChangeShapeType="1"/>
            </p:cNvSpPr>
            <p:nvPr/>
          </p:nvSpPr>
          <p:spPr bwMode="auto">
            <a:xfrm>
              <a:off x="3280" y="314"/>
              <a:ext cx="1089" cy="6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592" name="Line 22"/>
            <p:cNvSpPr>
              <a:spLocks noChangeShapeType="1"/>
            </p:cNvSpPr>
            <p:nvPr/>
          </p:nvSpPr>
          <p:spPr bwMode="auto">
            <a:xfrm>
              <a:off x="498" y="1306"/>
              <a:ext cx="1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593" name="Line 23"/>
            <p:cNvSpPr>
              <a:spLocks noChangeShapeType="1"/>
            </p:cNvSpPr>
            <p:nvPr/>
          </p:nvSpPr>
          <p:spPr bwMode="auto">
            <a:xfrm rot="10800000" flipH="1">
              <a:off x="4369" y="1209"/>
              <a:ext cx="1" cy="4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594" name="Line 24"/>
            <p:cNvSpPr>
              <a:spLocks noChangeShapeType="1"/>
            </p:cNvSpPr>
            <p:nvPr/>
          </p:nvSpPr>
          <p:spPr bwMode="auto">
            <a:xfrm flipH="1">
              <a:off x="885" y="1911"/>
              <a:ext cx="271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3" name="Texto explicativo em seta para a direita 2"/>
          <p:cNvSpPr/>
          <p:nvPr/>
        </p:nvSpPr>
        <p:spPr>
          <a:xfrm rot="9771110">
            <a:off x="5459564" y="1684485"/>
            <a:ext cx="1951811" cy="543339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 rot="20507492">
            <a:off x="6103234" y="1641210"/>
            <a:ext cx="138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Inspeções</a:t>
            </a:r>
            <a:endParaRPr lang="pt-BR" dirty="0"/>
          </a:p>
        </p:txBody>
      </p:sp>
      <p:sp>
        <p:nvSpPr>
          <p:cNvPr id="25" name="Texto explicativo em seta para a direita 24"/>
          <p:cNvSpPr/>
          <p:nvPr/>
        </p:nvSpPr>
        <p:spPr>
          <a:xfrm rot="7767840">
            <a:off x="7181891" y="3834612"/>
            <a:ext cx="1951811" cy="543339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/>
          <p:cNvSpPr txBox="1"/>
          <p:nvPr/>
        </p:nvSpPr>
        <p:spPr>
          <a:xfrm rot="18504222">
            <a:off x="7759080" y="3660306"/>
            <a:ext cx="128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Testes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9</a:t>
            </a:r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798331"/>
            <a:ext cx="7024744" cy="724936"/>
          </a:xfrm>
        </p:spPr>
        <p:txBody>
          <a:bodyPr rIns="132080"/>
          <a:lstStyle/>
          <a:p>
            <a:pPr indent="0" algn="ctr" eaLnBrk="1" hangingPunct="1">
              <a:defRPr/>
            </a:pPr>
            <a:r>
              <a:rPr lang="en-US" dirty="0" err="1"/>
              <a:t>Inspeções</a:t>
            </a:r>
            <a:r>
              <a:rPr lang="en-US" dirty="0"/>
              <a:t> e testes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31704" y="1752600"/>
            <a:ext cx="7444154" cy="5105400"/>
          </a:xfrm>
        </p:spPr>
        <p:txBody>
          <a:bodyPr rIns="132080"/>
          <a:lstStyle/>
          <a:p>
            <a:pPr algn="just" eaLnBrk="1" hangingPunct="1">
              <a:defRPr/>
            </a:pPr>
            <a:r>
              <a:rPr lang="en-US" sz="2400" dirty="0" err="1"/>
              <a:t>Inspeções</a:t>
            </a:r>
            <a:r>
              <a:rPr lang="en-US" sz="2400" dirty="0"/>
              <a:t> e testes </a:t>
            </a:r>
            <a:r>
              <a:rPr lang="en-US" sz="2400" dirty="0" err="1"/>
              <a:t>são</a:t>
            </a:r>
            <a:r>
              <a:rPr lang="en-US" sz="2400" dirty="0"/>
              <a:t> </a:t>
            </a:r>
            <a:r>
              <a:rPr lang="en-US" sz="2400" dirty="0" err="1"/>
              <a:t>técnicas</a:t>
            </a:r>
            <a:r>
              <a:rPr lang="en-US" sz="2400" dirty="0"/>
              <a:t> de </a:t>
            </a:r>
            <a:r>
              <a:rPr lang="en-US" sz="2400" dirty="0" err="1"/>
              <a:t>verificação</a:t>
            </a:r>
            <a:r>
              <a:rPr lang="en-US" sz="2400" dirty="0"/>
              <a:t> </a:t>
            </a:r>
            <a:r>
              <a:rPr lang="en-US" sz="2400" dirty="0" err="1"/>
              <a:t>complementares</a:t>
            </a:r>
            <a:endParaRPr lang="en-US" sz="2400" dirty="0"/>
          </a:p>
          <a:p>
            <a:pPr algn="just" eaLnBrk="1" hangingPunct="1">
              <a:defRPr/>
            </a:pPr>
            <a:r>
              <a:rPr lang="en-US" sz="2400" dirty="0" err="1"/>
              <a:t>Ambas</a:t>
            </a:r>
            <a:r>
              <a:rPr lang="en-US" sz="2400" dirty="0"/>
              <a:t> </a:t>
            </a:r>
            <a:r>
              <a:rPr lang="en-US" sz="2400" dirty="0" err="1"/>
              <a:t>devem</a:t>
            </a:r>
            <a:r>
              <a:rPr lang="en-US" sz="2400" dirty="0"/>
              <a:t> </a:t>
            </a:r>
            <a:r>
              <a:rPr lang="en-US" sz="2400" dirty="0" err="1"/>
              <a:t>ser</a:t>
            </a:r>
            <a:r>
              <a:rPr lang="en-US" sz="2400" dirty="0"/>
              <a:t> </a:t>
            </a:r>
            <a:r>
              <a:rPr lang="en-US" sz="2400" dirty="0" err="1"/>
              <a:t>usadas</a:t>
            </a:r>
            <a:r>
              <a:rPr lang="en-US" sz="2400" dirty="0"/>
              <a:t> </a:t>
            </a:r>
            <a:r>
              <a:rPr lang="en-US" sz="2400" dirty="0" err="1"/>
              <a:t>durante</a:t>
            </a:r>
            <a:r>
              <a:rPr lang="en-US" sz="2400" dirty="0"/>
              <a:t> o </a:t>
            </a:r>
            <a:r>
              <a:rPr lang="en-US" sz="2400" dirty="0" err="1"/>
              <a:t>processo</a:t>
            </a:r>
            <a:r>
              <a:rPr lang="en-US" sz="2400" dirty="0"/>
              <a:t> de V e V</a:t>
            </a:r>
          </a:p>
          <a:p>
            <a:pPr algn="just" eaLnBrk="1" hangingPunct="1">
              <a:defRPr/>
            </a:pPr>
            <a:r>
              <a:rPr lang="en-US" sz="2400" dirty="0" err="1"/>
              <a:t>Inspeções</a:t>
            </a:r>
            <a:r>
              <a:rPr lang="en-US" sz="2400" dirty="0"/>
              <a:t> </a:t>
            </a:r>
            <a:r>
              <a:rPr lang="en-US" sz="2400" dirty="0" err="1"/>
              <a:t>podem</a:t>
            </a:r>
            <a:r>
              <a:rPr lang="en-US" sz="2400" dirty="0"/>
              <a:t> </a:t>
            </a:r>
            <a:r>
              <a:rPr lang="en-US" sz="2400" dirty="0" err="1"/>
              <a:t>verificar</a:t>
            </a:r>
            <a:r>
              <a:rPr lang="en-US" sz="2400" dirty="0"/>
              <a:t> a </a:t>
            </a:r>
            <a:r>
              <a:rPr lang="en-US" sz="2400" dirty="0" err="1"/>
              <a:t>conformidade</a:t>
            </a:r>
            <a:r>
              <a:rPr lang="en-US" sz="2400" dirty="0"/>
              <a:t> com a </a:t>
            </a:r>
            <a:r>
              <a:rPr lang="en-US" sz="2400" dirty="0" err="1"/>
              <a:t>especificação</a:t>
            </a:r>
            <a:r>
              <a:rPr lang="en-US" sz="2400" dirty="0"/>
              <a:t>, mas </a:t>
            </a:r>
            <a:r>
              <a:rPr lang="en-US" sz="2400" dirty="0" err="1"/>
              <a:t>não</a:t>
            </a:r>
            <a:r>
              <a:rPr lang="en-US" sz="2400" dirty="0"/>
              <a:t> a </a:t>
            </a:r>
            <a:r>
              <a:rPr lang="en-US" sz="2400" dirty="0" err="1"/>
              <a:t>conformidade</a:t>
            </a:r>
            <a:r>
              <a:rPr lang="en-US" sz="2400" dirty="0"/>
              <a:t> com </a:t>
            </a:r>
            <a:r>
              <a:rPr lang="en-US" sz="2400" dirty="0" err="1"/>
              <a:t>os</a:t>
            </a:r>
            <a:r>
              <a:rPr lang="en-US" sz="2400" dirty="0"/>
              <a:t> </a:t>
            </a:r>
            <a:r>
              <a:rPr lang="en-US" sz="2400" dirty="0" err="1"/>
              <a:t>requisitos</a:t>
            </a:r>
            <a:r>
              <a:rPr lang="en-US" sz="2400" dirty="0"/>
              <a:t> </a:t>
            </a:r>
            <a:r>
              <a:rPr lang="en-US" sz="2400" dirty="0" err="1"/>
              <a:t>verdadeiros</a:t>
            </a:r>
            <a:r>
              <a:rPr lang="en-US" sz="2400" dirty="0"/>
              <a:t> do </a:t>
            </a:r>
            <a:r>
              <a:rPr lang="en-US" sz="2400" dirty="0" err="1"/>
              <a:t>cliente</a:t>
            </a:r>
            <a:endParaRPr lang="en-US" sz="2400" dirty="0"/>
          </a:p>
          <a:p>
            <a:pPr algn="just" eaLnBrk="1" hangingPunct="1">
              <a:defRPr/>
            </a:pPr>
            <a:r>
              <a:rPr lang="en-US" sz="2400" dirty="0" err="1"/>
              <a:t>Inspeções</a:t>
            </a:r>
            <a:r>
              <a:rPr lang="en-US" sz="2400" dirty="0"/>
              <a:t> </a:t>
            </a:r>
            <a:r>
              <a:rPr lang="en-US" sz="2400" dirty="0" err="1"/>
              <a:t>não</a:t>
            </a:r>
            <a:r>
              <a:rPr lang="en-US" sz="2400" dirty="0"/>
              <a:t> </a:t>
            </a:r>
            <a:r>
              <a:rPr lang="en-US" sz="2400" dirty="0" err="1"/>
              <a:t>são</a:t>
            </a:r>
            <a:r>
              <a:rPr lang="en-US" sz="2400" dirty="0"/>
              <a:t> </a:t>
            </a:r>
            <a:r>
              <a:rPr lang="en-US" sz="2400" dirty="0" err="1"/>
              <a:t>capazes</a:t>
            </a:r>
            <a:r>
              <a:rPr lang="en-US" sz="2400" dirty="0"/>
              <a:t> de </a:t>
            </a:r>
            <a:r>
              <a:rPr lang="en-US" sz="2400" dirty="0" err="1"/>
              <a:t>verificar</a:t>
            </a:r>
            <a:r>
              <a:rPr lang="en-US" sz="2400" dirty="0"/>
              <a:t> </a:t>
            </a:r>
            <a:r>
              <a:rPr lang="en-US" sz="2400" dirty="0" err="1"/>
              <a:t>características</a:t>
            </a:r>
            <a:r>
              <a:rPr lang="en-US" sz="2400" dirty="0"/>
              <a:t> </a:t>
            </a:r>
            <a:r>
              <a:rPr lang="en-US" sz="2400" dirty="0" err="1"/>
              <a:t>não</a:t>
            </a:r>
            <a:r>
              <a:rPr lang="en-US" sz="2400" dirty="0"/>
              <a:t> </a:t>
            </a:r>
            <a:r>
              <a:rPr lang="en-US" sz="2400" dirty="0" err="1"/>
              <a:t>funcionais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desempenho</a:t>
            </a:r>
            <a:r>
              <a:rPr lang="en-US" sz="2400" dirty="0"/>
              <a:t>, </a:t>
            </a:r>
            <a:r>
              <a:rPr lang="en-US" sz="2400" dirty="0" err="1"/>
              <a:t>usabilidade</a:t>
            </a:r>
            <a:r>
              <a:rPr lang="en-US" sz="2400" dirty="0"/>
              <a:t>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10</a:t>
            </a: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1027664"/>
            <a:ext cx="7024744" cy="736452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 dirty="0" err="1"/>
              <a:t>Inspeções</a:t>
            </a:r>
            <a:r>
              <a:rPr lang="en-US" dirty="0"/>
              <a:t> de </a:t>
            </a:r>
            <a:r>
              <a:rPr lang="en-US" dirty="0" err="1"/>
              <a:t>programa</a:t>
            </a:r>
            <a:endParaRPr lang="en-US" dirty="0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043492" y="2111960"/>
            <a:ext cx="6777317" cy="3508977"/>
          </a:xfrm>
        </p:spPr>
        <p:txBody>
          <a:bodyPr rIns="132080"/>
          <a:lstStyle/>
          <a:p>
            <a:pPr algn="just" eaLnBrk="1" hangingPunct="1">
              <a:defRPr/>
            </a:pPr>
            <a:r>
              <a:rPr lang="en-US" dirty="0" err="1"/>
              <a:t>Revisão</a:t>
            </a:r>
            <a:r>
              <a:rPr lang="en-US" dirty="0"/>
              <a:t> formal</a:t>
            </a:r>
          </a:p>
          <a:p>
            <a:pPr algn="just" eaLnBrk="1" hangingPunct="1">
              <a:defRPr/>
            </a:pPr>
            <a:r>
              <a:rPr lang="en-US" dirty="0" err="1"/>
              <a:t>Intenção</a:t>
            </a:r>
            <a:r>
              <a:rPr lang="en-US" dirty="0"/>
              <a:t> é </a:t>
            </a:r>
            <a:r>
              <a:rPr lang="en-US" dirty="0" err="1"/>
              <a:t>unicamente</a:t>
            </a:r>
            <a:r>
              <a:rPr lang="en-US" dirty="0"/>
              <a:t> a DETECÇÃO (e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correção</a:t>
            </a:r>
            <a:r>
              <a:rPr lang="en-US" dirty="0"/>
              <a:t>) de </a:t>
            </a:r>
            <a:r>
              <a:rPr lang="en-US" dirty="0" err="1"/>
              <a:t>defeitos</a:t>
            </a:r>
            <a:endParaRPr lang="en-US" dirty="0"/>
          </a:p>
          <a:p>
            <a:pPr algn="just" eaLnBrk="1" hangingPunct="1">
              <a:defRPr/>
            </a:pPr>
            <a:r>
              <a:rPr lang="en-US" dirty="0" err="1"/>
              <a:t>Defeitos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:</a:t>
            </a:r>
          </a:p>
          <a:p>
            <a:pPr marL="947738" lvl="1" algn="just" eaLnBrk="1" hangingPunct="1">
              <a:defRPr/>
            </a:pPr>
            <a:r>
              <a:rPr lang="en-US" dirty="0" err="1"/>
              <a:t>erros</a:t>
            </a:r>
            <a:r>
              <a:rPr lang="en-US" dirty="0"/>
              <a:t> de </a:t>
            </a:r>
            <a:r>
              <a:rPr lang="en-US" dirty="0" err="1"/>
              <a:t>lógica</a:t>
            </a:r>
            <a:endParaRPr lang="en-US" dirty="0"/>
          </a:p>
          <a:p>
            <a:pPr marL="947738" lvl="1" algn="just" eaLnBrk="1" hangingPunct="1">
              <a:defRPr/>
            </a:pPr>
            <a:r>
              <a:rPr lang="en-US" dirty="0" err="1"/>
              <a:t>anomalias</a:t>
            </a:r>
            <a:r>
              <a:rPr lang="en-US" dirty="0"/>
              <a:t> no </a:t>
            </a:r>
            <a:r>
              <a:rPr lang="en-US" dirty="0" err="1"/>
              <a:t>código</a:t>
            </a:r>
            <a:endParaRPr lang="en-US" dirty="0"/>
          </a:p>
          <a:p>
            <a:pPr marL="1344613" lvl="2" algn="just" eaLnBrk="1" hangingPunct="1">
              <a:defRPr/>
            </a:pP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, </a:t>
            </a:r>
            <a:r>
              <a:rPr lang="en-US" dirty="0" err="1"/>
              <a:t>variável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inicializada</a:t>
            </a:r>
            <a:endParaRPr lang="en-US" dirty="0"/>
          </a:p>
          <a:p>
            <a:pPr marL="947738" lvl="1" algn="just" eaLnBrk="1" hangingPunct="1">
              <a:defRPr/>
            </a:pPr>
            <a:r>
              <a:rPr lang="en-US" dirty="0" err="1"/>
              <a:t>não-conformidades</a:t>
            </a:r>
            <a:r>
              <a:rPr lang="en-US" dirty="0"/>
              <a:t> com </a:t>
            </a:r>
            <a:r>
              <a:rPr lang="en-US" dirty="0" err="1"/>
              <a:t>padrões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11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1027664"/>
            <a:ext cx="7024744" cy="807016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 dirty="0"/>
              <a:t>Testes de </a:t>
            </a:r>
            <a:r>
              <a:rPr lang="en-US" dirty="0" err="1"/>
              <a:t>programas</a:t>
            </a:r>
            <a:endParaRPr lang="en-US" dirty="0"/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043492" y="2235447"/>
            <a:ext cx="6777317" cy="3508977"/>
          </a:xfrm>
        </p:spPr>
        <p:txBody>
          <a:bodyPr rIns="132080">
            <a:normAutofit lnSpcReduction="10000"/>
          </a:bodyPr>
          <a:lstStyle/>
          <a:p>
            <a:pPr algn="just" eaLnBrk="1" hangingPunct="1">
              <a:defRPr/>
            </a:pP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revelar</a:t>
            </a:r>
            <a:r>
              <a:rPr lang="en-US" dirty="0"/>
              <a:t> a </a:t>
            </a:r>
            <a:r>
              <a:rPr lang="en-US" dirty="0" err="1"/>
              <a:t>presença</a:t>
            </a:r>
            <a:r>
              <a:rPr lang="en-US" dirty="0"/>
              <a:t> de </a:t>
            </a:r>
            <a:r>
              <a:rPr lang="en-US" dirty="0" err="1"/>
              <a:t>erros</a:t>
            </a:r>
            <a:r>
              <a:rPr lang="en-US" dirty="0"/>
              <a:t>, mas </a:t>
            </a:r>
            <a:r>
              <a:rPr lang="en-US" dirty="0" err="1"/>
              <a:t>nunca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 smtClean="0"/>
              <a:t>ausência</a:t>
            </a:r>
            <a:r>
              <a:rPr lang="en-US" dirty="0" smtClean="0"/>
              <a:t>;</a:t>
            </a:r>
            <a:endParaRPr lang="en-US" dirty="0"/>
          </a:p>
          <a:p>
            <a:pPr algn="just" eaLnBrk="1" hangingPunct="1">
              <a:defRPr/>
            </a:pPr>
            <a:r>
              <a:rPr lang="en-US" dirty="0"/>
              <a:t>Um </a:t>
            </a:r>
            <a:r>
              <a:rPr lang="en-US" dirty="0" err="1"/>
              <a:t>teste</a:t>
            </a:r>
            <a:r>
              <a:rPr lang="en-US" dirty="0"/>
              <a:t> </a:t>
            </a:r>
            <a:r>
              <a:rPr lang="en-US" dirty="0" err="1"/>
              <a:t>bem-sucedido</a:t>
            </a:r>
            <a:r>
              <a:rPr lang="en-US" dirty="0"/>
              <a:t> é um </a:t>
            </a:r>
            <a:r>
              <a:rPr lang="en-US" dirty="0" err="1"/>
              <a:t>teste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encontra</a:t>
            </a:r>
            <a:r>
              <a:rPr lang="en-US" dirty="0"/>
              <a:t> um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 smtClean="0"/>
              <a:t>erros</a:t>
            </a:r>
            <a:r>
              <a:rPr lang="en-US" dirty="0" smtClean="0"/>
              <a:t>;</a:t>
            </a:r>
            <a:endParaRPr lang="en-US" dirty="0"/>
          </a:p>
          <a:p>
            <a:pPr algn="just" eaLnBrk="1" hangingPunct="1">
              <a:defRPr/>
            </a:pPr>
            <a:r>
              <a:rPr lang="en-US" dirty="0"/>
              <a:t>É a </a:t>
            </a:r>
            <a:r>
              <a:rPr lang="en-US" dirty="0" err="1"/>
              <a:t>única</a:t>
            </a:r>
            <a:r>
              <a:rPr lang="en-US" dirty="0"/>
              <a:t> </a:t>
            </a:r>
            <a:r>
              <a:rPr lang="en-US" dirty="0" err="1"/>
              <a:t>técnica</a:t>
            </a:r>
            <a:r>
              <a:rPr lang="en-US" dirty="0"/>
              <a:t> de </a:t>
            </a:r>
            <a:r>
              <a:rPr lang="en-US" dirty="0" err="1"/>
              <a:t>validação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requisitos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 smtClean="0"/>
              <a:t>funcionais</a:t>
            </a:r>
            <a:r>
              <a:rPr lang="en-US" dirty="0" smtClean="0"/>
              <a:t>;</a:t>
            </a:r>
            <a:endParaRPr lang="en-US" dirty="0"/>
          </a:p>
          <a:p>
            <a:pPr algn="just" eaLnBrk="1" hangingPunct="1">
              <a:defRPr/>
            </a:pP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usado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conjunto</a:t>
            </a:r>
            <a:r>
              <a:rPr lang="en-US" dirty="0"/>
              <a:t> com </a:t>
            </a:r>
            <a:r>
              <a:rPr lang="en-US" dirty="0" err="1"/>
              <a:t>verificação</a:t>
            </a:r>
            <a:r>
              <a:rPr lang="en-US" dirty="0"/>
              <a:t> </a:t>
            </a:r>
            <a:r>
              <a:rPr lang="en-US" dirty="0" err="1"/>
              <a:t>estática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prover</a:t>
            </a:r>
            <a:r>
              <a:rPr lang="en-US" dirty="0"/>
              <a:t> </a:t>
            </a:r>
            <a:r>
              <a:rPr lang="en-US" dirty="0" err="1"/>
              <a:t>cobertura</a:t>
            </a:r>
            <a:r>
              <a:rPr lang="en-US" dirty="0"/>
              <a:t> </a:t>
            </a:r>
            <a:r>
              <a:rPr lang="en-US" dirty="0" err="1"/>
              <a:t>completa</a:t>
            </a:r>
            <a:r>
              <a:rPr lang="en-US" dirty="0"/>
              <a:t> de V e V.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12</a:t>
            </a:r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1027664"/>
            <a:ext cx="7371640" cy="1143000"/>
          </a:xfrm>
        </p:spPr>
        <p:txBody>
          <a:bodyPr rIns="132080">
            <a:normAutofit fontScale="90000"/>
          </a:bodyPr>
          <a:lstStyle/>
          <a:p>
            <a:pPr indent="0" algn="ctr" eaLnBrk="1" hangingPunct="1">
              <a:defRPr/>
            </a:pPr>
            <a:r>
              <a:rPr lang="en-US" dirty="0" err="1"/>
              <a:t>Objetivos</a:t>
            </a:r>
            <a:r>
              <a:rPr lang="en-US" dirty="0"/>
              <a:t> da </a:t>
            </a:r>
            <a:r>
              <a:rPr lang="en-US" dirty="0" err="1"/>
              <a:t>verificação</a:t>
            </a:r>
            <a:r>
              <a:rPr lang="en-US" dirty="0"/>
              <a:t> e </a:t>
            </a:r>
            <a:r>
              <a:rPr lang="en-US" dirty="0" err="1"/>
              <a:t>validação</a:t>
            </a:r>
            <a:endParaRPr lang="en-US" dirty="0"/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 rIns="132080">
            <a:normAutofit lnSpcReduction="10000"/>
          </a:bodyPr>
          <a:lstStyle/>
          <a:p>
            <a:pPr algn="just" eaLnBrk="1" hangingPunct="1">
              <a:defRPr/>
            </a:pPr>
            <a:r>
              <a:rPr lang="en-US" dirty="0"/>
              <a:t>A </a:t>
            </a:r>
            <a:r>
              <a:rPr lang="en-US" dirty="0" err="1"/>
              <a:t>verificação</a:t>
            </a:r>
            <a:r>
              <a:rPr lang="en-US" dirty="0"/>
              <a:t> e </a:t>
            </a:r>
            <a:r>
              <a:rPr lang="en-US" dirty="0" err="1"/>
              <a:t>validação</a:t>
            </a:r>
            <a:r>
              <a:rPr lang="en-US" dirty="0"/>
              <a:t> </a:t>
            </a:r>
            <a:r>
              <a:rPr lang="en-US" dirty="0" err="1"/>
              <a:t>devem</a:t>
            </a:r>
            <a:r>
              <a:rPr lang="en-US" dirty="0"/>
              <a:t> </a:t>
            </a:r>
            <a:r>
              <a:rPr lang="en-US" dirty="0" err="1"/>
              <a:t>estabelecer</a:t>
            </a:r>
            <a:r>
              <a:rPr lang="en-US" dirty="0"/>
              <a:t> a </a:t>
            </a:r>
            <a:r>
              <a:rPr lang="en-US" dirty="0" err="1"/>
              <a:t>confiança</a:t>
            </a:r>
            <a:r>
              <a:rPr lang="en-US" dirty="0"/>
              <a:t> de </a:t>
            </a:r>
            <a:r>
              <a:rPr lang="en-US" dirty="0" err="1"/>
              <a:t>que</a:t>
            </a:r>
            <a:r>
              <a:rPr lang="en-US" dirty="0"/>
              <a:t> o software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apto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 smtClean="0"/>
              <a:t>propósito</a:t>
            </a:r>
            <a:r>
              <a:rPr lang="en-US" dirty="0" smtClean="0"/>
              <a:t>;</a:t>
            </a:r>
            <a:endParaRPr lang="en-US" dirty="0"/>
          </a:p>
          <a:p>
            <a:pPr algn="just" eaLnBrk="1" hangingPunct="1">
              <a:defRPr/>
            </a:pPr>
            <a:r>
              <a:rPr lang="en-US" dirty="0" err="1"/>
              <a:t>Isso</a:t>
            </a:r>
            <a:r>
              <a:rPr lang="en-US" dirty="0"/>
              <a:t> NÃO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totalmente</a:t>
            </a:r>
            <a:r>
              <a:rPr lang="en-US" dirty="0"/>
              <a:t> </a:t>
            </a:r>
            <a:r>
              <a:rPr lang="en-US" dirty="0" err="1"/>
              <a:t>livre</a:t>
            </a:r>
            <a:r>
              <a:rPr lang="en-US" dirty="0"/>
              <a:t> de </a:t>
            </a:r>
            <a:r>
              <a:rPr lang="en-US" dirty="0" err="1" smtClean="0"/>
              <a:t>defeitos</a:t>
            </a:r>
            <a:r>
              <a:rPr lang="en-US" dirty="0" smtClean="0"/>
              <a:t>;</a:t>
            </a:r>
            <a:endParaRPr lang="en-US" dirty="0"/>
          </a:p>
          <a:p>
            <a:pPr algn="just" eaLnBrk="1" hangingPunct="1">
              <a:defRPr/>
            </a:pP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sim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sistema</a:t>
            </a:r>
            <a:r>
              <a:rPr lang="en-US" dirty="0"/>
              <a:t> é </a:t>
            </a:r>
            <a:r>
              <a:rPr lang="en-US" dirty="0" err="1"/>
              <a:t>bom</a:t>
            </a:r>
            <a:r>
              <a:rPr lang="en-US" dirty="0"/>
              <a:t> o </a:t>
            </a:r>
            <a:r>
              <a:rPr lang="en-US" dirty="0" err="1"/>
              <a:t>suficiente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pretendido</a:t>
            </a:r>
            <a:endParaRPr lang="en-US" dirty="0"/>
          </a:p>
          <a:p>
            <a:pPr marL="947738" lvl="1" algn="just" eaLnBrk="1" hangingPunct="1">
              <a:defRPr/>
            </a:pPr>
            <a:r>
              <a:rPr lang="en-US" dirty="0"/>
              <a:t>o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determinará</a:t>
            </a:r>
            <a:r>
              <a:rPr lang="en-US" dirty="0"/>
              <a:t> o </a:t>
            </a:r>
            <a:r>
              <a:rPr lang="en-US" dirty="0" err="1"/>
              <a:t>grau</a:t>
            </a:r>
            <a:r>
              <a:rPr lang="en-US" dirty="0"/>
              <a:t> de </a:t>
            </a:r>
            <a:r>
              <a:rPr lang="en-US" dirty="0" err="1"/>
              <a:t>confiança</a:t>
            </a:r>
            <a:r>
              <a:rPr lang="en-US" dirty="0"/>
              <a:t> </a:t>
            </a:r>
            <a:r>
              <a:rPr lang="en-US" dirty="0" err="1"/>
              <a:t>necessário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14</a:t>
            </a:r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title"/>
          </p:nvPr>
        </p:nvSpPr>
        <p:spPr>
          <a:xfrm>
            <a:off x="1255525" y="596348"/>
            <a:ext cx="7024744" cy="1150127"/>
          </a:xfrm>
        </p:spPr>
        <p:txBody>
          <a:bodyPr rIns="132080">
            <a:normAutofit fontScale="90000"/>
          </a:bodyPr>
          <a:lstStyle/>
          <a:p>
            <a:pPr indent="0" eaLnBrk="1" hangingPunct="1">
              <a:defRPr/>
            </a:pPr>
            <a:r>
              <a:rPr lang="en-US" b="1" dirty="0" err="1" smtClean="0"/>
              <a:t>Teste</a:t>
            </a:r>
            <a:r>
              <a:rPr lang="en-US" b="1" dirty="0"/>
              <a:t> </a:t>
            </a:r>
            <a:r>
              <a:rPr lang="en-US" b="1" dirty="0" smtClean="0"/>
              <a:t>(</a:t>
            </a:r>
            <a:r>
              <a:rPr lang="en-US" b="1" dirty="0" err="1" smtClean="0"/>
              <a:t>Qual</a:t>
            </a:r>
            <a:r>
              <a:rPr lang="en-US" b="1" dirty="0" smtClean="0"/>
              <a:t>?)</a:t>
            </a:r>
            <a:br>
              <a:rPr lang="en-US" b="1" dirty="0" smtClean="0"/>
            </a:br>
            <a:r>
              <a:rPr lang="en-US" b="1" dirty="0" err="1"/>
              <a:t>D</a:t>
            </a:r>
            <a:r>
              <a:rPr lang="en-US" b="1" dirty="0" err="1" smtClean="0"/>
              <a:t>epuração</a:t>
            </a:r>
            <a:r>
              <a:rPr lang="en-US" b="1" dirty="0" smtClean="0"/>
              <a:t>(</a:t>
            </a:r>
            <a:r>
              <a:rPr lang="en-US" b="1" dirty="0" err="1" smtClean="0"/>
              <a:t>Onde</a:t>
            </a:r>
            <a:r>
              <a:rPr lang="en-US" b="1" dirty="0" smtClean="0"/>
              <a:t>?)</a:t>
            </a:r>
            <a:endParaRPr lang="en-US" b="1" dirty="0"/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043492" y="2023755"/>
            <a:ext cx="7024742" cy="3508977"/>
          </a:xfrm>
        </p:spPr>
        <p:txBody>
          <a:bodyPr rIns="132080">
            <a:normAutofit fontScale="92500" lnSpcReduction="20000"/>
          </a:bodyPr>
          <a:lstStyle/>
          <a:p>
            <a:pPr algn="just" eaLnBrk="1" hangingPunct="1">
              <a:defRPr/>
            </a:pPr>
            <a:r>
              <a:rPr lang="en-US" sz="2400" dirty="0"/>
              <a:t>Testes de </a:t>
            </a:r>
            <a:r>
              <a:rPr lang="en-US" sz="2400" dirty="0" err="1"/>
              <a:t>defeitos</a:t>
            </a:r>
            <a:r>
              <a:rPr lang="en-US" sz="2400" dirty="0"/>
              <a:t> e </a:t>
            </a:r>
            <a:r>
              <a:rPr lang="en-US" sz="2400" dirty="0" err="1"/>
              <a:t>depuração</a:t>
            </a:r>
            <a:r>
              <a:rPr lang="en-US" sz="2400" dirty="0"/>
              <a:t> </a:t>
            </a:r>
            <a:r>
              <a:rPr lang="en-US" sz="2400" dirty="0" err="1"/>
              <a:t>são</a:t>
            </a:r>
            <a:r>
              <a:rPr lang="en-US" sz="2400" dirty="0"/>
              <a:t> </a:t>
            </a:r>
            <a:r>
              <a:rPr lang="en-US" sz="2400" dirty="0" err="1"/>
              <a:t>processos</a:t>
            </a:r>
            <a:r>
              <a:rPr lang="en-US" sz="2400" dirty="0"/>
              <a:t> </a:t>
            </a:r>
            <a:r>
              <a:rPr lang="en-US" sz="2400" dirty="0" err="1"/>
              <a:t>distintos</a:t>
            </a:r>
            <a:endParaRPr lang="en-US" sz="2400" dirty="0"/>
          </a:p>
          <a:p>
            <a:pPr algn="just" eaLnBrk="1" hangingPunct="1">
              <a:defRPr/>
            </a:pPr>
            <a:r>
              <a:rPr lang="en-US" sz="2400" dirty="0"/>
              <a:t>O </a:t>
            </a:r>
            <a:r>
              <a:rPr lang="en-US" sz="2400" dirty="0" err="1"/>
              <a:t>teste</a:t>
            </a:r>
            <a:r>
              <a:rPr lang="en-US" sz="2400" dirty="0"/>
              <a:t> </a:t>
            </a:r>
            <a:r>
              <a:rPr lang="en-US" sz="2400" dirty="0" err="1"/>
              <a:t>está</a:t>
            </a:r>
            <a:r>
              <a:rPr lang="en-US" sz="2400" dirty="0"/>
              <a:t> </a:t>
            </a:r>
            <a:r>
              <a:rPr lang="en-US" sz="2400" dirty="0" err="1"/>
              <a:t>preocupado</a:t>
            </a:r>
            <a:r>
              <a:rPr lang="en-US" sz="2400" dirty="0"/>
              <a:t> com o </a:t>
            </a:r>
            <a:r>
              <a:rPr lang="en-US" sz="2400" dirty="0" err="1"/>
              <a:t>estabelecimento</a:t>
            </a:r>
            <a:r>
              <a:rPr lang="en-US" sz="2400" dirty="0"/>
              <a:t> da </a:t>
            </a:r>
            <a:r>
              <a:rPr lang="en-US" sz="2400" i="1" dirty="0" err="1"/>
              <a:t>existência</a:t>
            </a:r>
            <a:r>
              <a:rPr lang="en-US" sz="2400" dirty="0"/>
              <a:t> de </a:t>
            </a:r>
            <a:r>
              <a:rPr lang="en-US" sz="2400" dirty="0" err="1"/>
              <a:t>defeitos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um </a:t>
            </a:r>
            <a:r>
              <a:rPr lang="en-US" sz="2400" dirty="0" err="1"/>
              <a:t>programa</a:t>
            </a:r>
            <a:endParaRPr lang="en-US" sz="2400" dirty="0"/>
          </a:p>
          <a:p>
            <a:pPr algn="just" eaLnBrk="1" hangingPunct="1">
              <a:defRPr/>
            </a:pPr>
            <a:r>
              <a:rPr lang="en-US" sz="2400" dirty="0"/>
              <a:t>A </a:t>
            </a:r>
            <a:r>
              <a:rPr lang="en-US" sz="2400" dirty="0" err="1"/>
              <a:t>depuração</a:t>
            </a:r>
            <a:r>
              <a:rPr lang="en-US" sz="2400" dirty="0"/>
              <a:t> </a:t>
            </a:r>
            <a:r>
              <a:rPr lang="en-US" sz="2400" dirty="0" err="1"/>
              <a:t>está</a:t>
            </a:r>
            <a:r>
              <a:rPr lang="en-US" sz="2400" dirty="0"/>
              <a:t> </a:t>
            </a:r>
            <a:r>
              <a:rPr lang="en-US" sz="2400" dirty="0" err="1"/>
              <a:t>preocupada</a:t>
            </a:r>
            <a:r>
              <a:rPr lang="en-US" sz="2400" dirty="0"/>
              <a:t> com a </a:t>
            </a:r>
            <a:r>
              <a:rPr lang="en-US" sz="2400" dirty="0" err="1"/>
              <a:t>localização</a:t>
            </a:r>
            <a:r>
              <a:rPr lang="en-US" sz="2400" dirty="0"/>
              <a:t> e </a:t>
            </a:r>
            <a:r>
              <a:rPr lang="en-US" sz="2400" dirty="0" err="1"/>
              <a:t>reparo</a:t>
            </a:r>
            <a:r>
              <a:rPr lang="en-US" sz="2400" dirty="0"/>
              <a:t> </a:t>
            </a:r>
            <a:r>
              <a:rPr lang="en-US" sz="2400" dirty="0" err="1"/>
              <a:t>desses</a:t>
            </a:r>
            <a:r>
              <a:rPr lang="en-US" sz="2400" dirty="0"/>
              <a:t> </a:t>
            </a:r>
            <a:r>
              <a:rPr lang="en-US" sz="2400" dirty="0" err="1"/>
              <a:t>defeitos</a:t>
            </a:r>
            <a:endParaRPr lang="en-US" sz="2400" dirty="0"/>
          </a:p>
          <a:p>
            <a:pPr algn="just" eaLnBrk="1" hangingPunct="1">
              <a:defRPr/>
            </a:pPr>
            <a:r>
              <a:rPr lang="en-US" sz="2400" dirty="0"/>
              <a:t>A </a:t>
            </a:r>
            <a:r>
              <a:rPr lang="en-US" sz="2400" dirty="0" err="1"/>
              <a:t>depuração</a:t>
            </a:r>
            <a:r>
              <a:rPr lang="en-US" sz="2400" dirty="0"/>
              <a:t> </a:t>
            </a:r>
            <a:r>
              <a:rPr lang="en-US" sz="2400" dirty="0" err="1"/>
              <a:t>envolve</a:t>
            </a:r>
            <a:r>
              <a:rPr lang="en-US" sz="2400" dirty="0"/>
              <a:t> </a:t>
            </a:r>
            <a:r>
              <a:rPr lang="en-US" sz="2400" dirty="0" err="1"/>
              <a:t>formular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hipótese</a:t>
            </a:r>
            <a:r>
              <a:rPr lang="en-US" sz="2400" dirty="0"/>
              <a:t> </a:t>
            </a:r>
            <a:r>
              <a:rPr lang="en-US" sz="2400" dirty="0" err="1"/>
              <a:t>sobre</a:t>
            </a:r>
            <a:r>
              <a:rPr lang="en-US" sz="2400" dirty="0"/>
              <a:t> o </a:t>
            </a:r>
            <a:r>
              <a:rPr lang="en-US" sz="2400" dirty="0" err="1"/>
              <a:t>comportamento</a:t>
            </a:r>
            <a:r>
              <a:rPr lang="en-US" sz="2400" dirty="0"/>
              <a:t> do </a:t>
            </a:r>
            <a:r>
              <a:rPr lang="en-US" sz="2400" dirty="0" err="1"/>
              <a:t>programa</a:t>
            </a:r>
            <a:r>
              <a:rPr lang="en-US" sz="2400" dirty="0"/>
              <a:t> e </a:t>
            </a:r>
            <a:r>
              <a:rPr lang="en-US" sz="2400" dirty="0" err="1"/>
              <a:t>então</a:t>
            </a:r>
            <a:r>
              <a:rPr lang="en-US" sz="2400" dirty="0"/>
              <a:t> </a:t>
            </a:r>
            <a:r>
              <a:rPr lang="en-US" sz="2400" dirty="0" err="1"/>
              <a:t>testar</a:t>
            </a:r>
            <a:r>
              <a:rPr lang="en-US" sz="2400" dirty="0"/>
              <a:t> </a:t>
            </a:r>
            <a:r>
              <a:rPr lang="en-US" sz="2400" dirty="0" err="1"/>
              <a:t>essa</a:t>
            </a:r>
            <a:r>
              <a:rPr lang="en-US" sz="2400" dirty="0"/>
              <a:t> </a:t>
            </a:r>
            <a:r>
              <a:rPr lang="en-US" sz="2400" dirty="0" err="1"/>
              <a:t>hipótese</a:t>
            </a:r>
            <a:r>
              <a:rPr lang="en-US" sz="2400" dirty="0"/>
              <a:t> </a:t>
            </a:r>
            <a:r>
              <a:rPr lang="en-US" sz="2400" dirty="0" err="1"/>
              <a:t>para</a:t>
            </a:r>
            <a:r>
              <a:rPr lang="en-US" sz="2400" dirty="0"/>
              <a:t> </a:t>
            </a:r>
            <a:r>
              <a:rPr lang="en-US" sz="2400" dirty="0" err="1"/>
              <a:t>encontrar</a:t>
            </a:r>
            <a:r>
              <a:rPr lang="en-US" sz="2400" dirty="0"/>
              <a:t> o </a:t>
            </a:r>
            <a:r>
              <a:rPr lang="en-US" sz="2400" dirty="0" err="1"/>
              <a:t>erro</a:t>
            </a:r>
            <a:r>
              <a:rPr lang="en-US" sz="2400" dirty="0"/>
              <a:t> no </a:t>
            </a:r>
            <a:r>
              <a:rPr lang="en-US" sz="2400" dirty="0" err="1"/>
              <a:t>sistema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19</a:t>
            </a: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1027664"/>
            <a:ext cx="7024744" cy="859940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 b="1" dirty="0" err="1"/>
              <a:t>Testar</a:t>
            </a:r>
            <a:endParaRPr lang="en-US" b="1" dirty="0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 algn="just" eaLnBrk="1" hangingPunct="1">
              <a:defRPr/>
            </a:pPr>
            <a:r>
              <a:rPr lang="en-US" dirty="0" err="1"/>
              <a:t>Testar</a:t>
            </a:r>
            <a:r>
              <a:rPr lang="en-US" dirty="0"/>
              <a:t> é a </a:t>
            </a:r>
            <a:r>
              <a:rPr lang="en-US" dirty="0" err="1"/>
              <a:t>atividade</a:t>
            </a:r>
            <a:r>
              <a:rPr lang="en-US" dirty="0"/>
              <a:t> de </a:t>
            </a:r>
            <a:r>
              <a:rPr lang="en-US" dirty="0" err="1"/>
              <a:t>executar</a:t>
            </a:r>
            <a:r>
              <a:rPr lang="en-US" dirty="0"/>
              <a:t> o </a:t>
            </a:r>
            <a:r>
              <a:rPr lang="en-US" dirty="0" err="1"/>
              <a:t>programa</a:t>
            </a:r>
            <a:r>
              <a:rPr lang="en-US" dirty="0"/>
              <a:t> com o </a:t>
            </a:r>
            <a:r>
              <a:rPr lang="en-US" dirty="0" err="1"/>
              <a:t>intuito</a:t>
            </a:r>
            <a:r>
              <a:rPr lang="en-US" dirty="0"/>
              <a:t> </a:t>
            </a:r>
            <a:r>
              <a:rPr lang="en-US" dirty="0" err="1"/>
              <a:t>específico</a:t>
            </a:r>
            <a:r>
              <a:rPr lang="en-US" dirty="0"/>
              <a:t> de </a:t>
            </a:r>
            <a:r>
              <a:rPr lang="en-US" dirty="0" err="1"/>
              <a:t>encontrar</a:t>
            </a:r>
            <a:r>
              <a:rPr lang="en-US" dirty="0"/>
              <a:t> </a:t>
            </a:r>
            <a:r>
              <a:rPr lang="en-US" dirty="0" err="1"/>
              <a:t>erros</a:t>
            </a:r>
            <a:r>
              <a:rPr lang="en-US" dirty="0"/>
              <a:t> antes da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entrega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cliente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usuário</a:t>
            </a:r>
            <a:r>
              <a:rPr lang="en-US" dirty="0"/>
              <a:t> final.</a:t>
            </a: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 </a:t>
            </a:r>
          </a:p>
          <a:p>
            <a:pPr algn="just" eaLnBrk="1" hangingPunct="1">
              <a:defRPr/>
            </a:pPr>
            <a:r>
              <a:rPr lang="en-US" dirty="0" err="1"/>
              <a:t>Examinar</a:t>
            </a:r>
            <a:r>
              <a:rPr lang="en-US" dirty="0"/>
              <a:t> um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se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faz</a:t>
            </a:r>
            <a:r>
              <a:rPr lang="en-US" dirty="0"/>
              <a:t> o </a:t>
            </a:r>
            <a:r>
              <a:rPr lang="en-US" dirty="0" err="1"/>
              <a:t>que</a:t>
            </a:r>
            <a:r>
              <a:rPr lang="en-US" dirty="0"/>
              <a:t> é </a:t>
            </a:r>
            <a:r>
              <a:rPr lang="en-US" dirty="0" err="1"/>
              <a:t>esperado</a:t>
            </a:r>
            <a:r>
              <a:rPr lang="en-US" dirty="0"/>
              <a:t> é </a:t>
            </a:r>
            <a:r>
              <a:rPr lang="en-US" dirty="0" err="1"/>
              <a:t>apenas</a:t>
            </a:r>
            <a:r>
              <a:rPr lang="en-US" dirty="0"/>
              <a:t> </a:t>
            </a:r>
            <a:r>
              <a:rPr lang="en-US" dirty="0" err="1"/>
              <a:t>metade</a:t>
            </a:r>
            <a:r>
              <a:rPr lang="en-US" dirty="0"/>
              <a:t> da </a:t>
            </a:r>
            <a:r>
              <a:rPr lang="en-US" dirty="0" err="1"/>
              <a:t>atividade</a:t>
            </a:r>
            <a:r>
              <a:rPr lang="en-US" dirty="0"/>
              <a:t>. A </a:t>
            </a:r>
            <a:r>
              <a:rPr lang="en-US" dirty="0" err="1"/>
              <a:t>outra</a:t>
            </a:r>
            <a:r>
              <a:rPr lang="en-US" dirty="0"/>
              <a:t> </a:t>
            </a:r>
            <a:r>
              <a:rPr lang="en-US" dirty="0" err="1"/>
              <a:t>metade</a:t>
            </a:r>
            <a:r>
              <a:rPr lang="en-US" dirty="0"/>
              <a:t> é </a:t>
            </a:r>
            <a:r>
              <a:rPr lang="en-US" dirty="0" err="1"/>
              <a:t>verificar</a:t>
            </a:r>
            <a:r>
              <a:rPr lang="en-US" dirty="0"/>
              <a:t> se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faz</a:t>
            </a:r>
            <a:r>
              <a:rPr lang="en-US" dirty="0"/>
              <a:t> 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deveria</a:t>
            </a:r>
            <a:r>
              <a:rPr lang="en-US" dirty="0"/>
              <a:t> </a:t>
            </a:r>
            <a:r>
              <a:rPr lang="en-US" dirty="0" err="1"/>
              <a:t>fazer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20</a:t>
            </a:r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title"/>
          </p:nvPr>
        </p:nvSpPr>
        <p:spPr>
          <a:xfrm>
            <a:off x="776149" y="445511"/>
            <a:ext cx="7637853" cy="944011"/>
          </a:xfrm>
        </p:spPr>
        <p:txBody>
          <a:bodyPr rIns="132080">
            <a:noAutofit/>
          </a:bodyPr>
          <a:lstStyle/>
          <a:p>
            <a:pPr indent="0" eaLnBrk="1" hangingPunct="1">
              <a:defRPr/>
            </a:pPr>
            <a:r>
              <a:rPr lang="en-US" sz="3600" dirty="0"/>
              <a:t>O </a:t>
            </a:r>
            <a:r>
              <a:rPr lang="en-US" sz="3600" dirty="0" err="1"/>
              <a:t>que</a:t>
            </a:r>
            <a:r>
              <a:rPr lang="en-US" sz="3600" dirty="0"/>
              <a:t> </a:t>
            </a:r>
            <a:r>
              <a:rPr lang="en-US" sz="3600" dirty="0" err="1"/>
              <a:t>os</a:t>
            </a:r>
            <a:r>
              <a:rPr lang="en-US" sz="3600" dirty="0"/>
              <a:t> testes </a:t>
            </a:r>
            <a:r>
              <a:rPr lang="en-US" sz="3600" dirty="0" err="1"/>
              <a:t>podem</a:t>
            </a:r>
            <a:r>
              <a:rPr lang="en-US" sz="3600" dirty="0"/>
              <a:t> </a:t>
            </a:r>
            <a:r>
              <a:rPr lang="en-US" sz="3600" dirty="0" err="1"/>
              <a:t>mostrar</a:t>
            </a:r>
            <a:r>
              <a:rPr lang="en-US" sz="3600" dirty="0"/>
              <a:t>?</a:t>
            </a:r>
          </a:p>
        </p:txBody>
      </p:sp>
      <p:pic>
        <p:nvPicPr>
          <p:cNvPr id="33796" name="Picture 6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858" y="1971675"/>
            <a:ext cx="5609492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Rectangle 7"/>
          <p:cNvSpPr>
            <a:spLocks/>
          </p:cNvSpPr>
          <p:nvPr/>
        </p:nvSpPr>
        <p:spPr bwMode="auto">
          <a:xfrm>
            <a:off x="2603990" y="1628775"/>
            <a:ext cx="7412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erros</a:t>
            </a:r>
          </a:p>
        </p:txBody>
      </p:sp>
      <p:sp>
        <p:nvSpPr>
          <p:cNvPr id="33798" name="Rectangle 8"/>
          <p:cNvSpPr>
            <a:spLocks/>
          </p:cNvSpPr>
          <p:nvPr/>
        </p:nvSpPr>
        <p:spPr bwMode="auto">
          <a:xfrm>
            <a:off x="3860101" y="2033747"/>
            <a:ext cx="421890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39686" bIns="0">
            <a:spAutoFit/>
          </a:bodyPr>
          <a:lstStyle/>
          <a:p>
            <a:pPr marL="38100"/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conformidade ou não com os requisitos</a:t>
            </a:r>
          </a:p>
        </p:txBody>
      </p:sp>
      <p:sp>
        <p:nvSpPr>
          <p:cNvPr id="33799" name="Rectangle 9"/>
          <p:cNvSpPr>
            <a:spLocks/>
          </p:cNvSpPr>
          <p:nvPr/>
        </p:nvSpPr>
        <p:spPr bwMode="auto">
          <a:xfrm>
            <a:off x="5181600" y="3032144"/>
            <a:ext cx="18197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desempenho</a:t>
            </a:r>
          </a:p>
        </p:txBody>
      </p:sp>
      <p:sp>
        <p:nvSpPr>
          <p:cNvPr id="33800" name="Rectangle 10"/>
          <p:cNvSpPr>
            <a:spLocks/>
          </p:cNvSpPr>
          <p:nvPr/>
        </p:nvSpPr>
        <p:spPr bwMode="auto">
          <a:xfrm>
            <a:off x="6389312" y="3919538"/>
            <a:ext cx="2024691" cy="56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 algn="ctr">
              <a:lnSpc>
                <a:spcPct val="75000"/>
              </a:lnSpc>
            </a:pPr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uma indicação </a:t>
            </a:r>
          </a:p>
          <a:p>
            <a:pPr marL="38100" algn="ctr">
              <a:lnSpc>
                <a:spcPct val="75000"/>
              </a:lnSpc>
            </a:pPr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de qualidade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21</a:t>
            </a:r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1027664"/>
            <a:ext cx="7024744" cy="612964"/>
          </a:xfrm>
        </p:spPr>
        <p:txBody>
          <a:bodyPr rIns="132080">
            <a:normAutofit fontScale="90000"/>
          </a:bodyPr>
          <a:lstStyle/>
          <a:p>
            <a:pPr indent="0" eaLnBrk="1" hangingPunct="1">
              <a:defRPr/>
            </a:pPr>
            <a:r>
              <a:rPr lang="en-US" dirty="0" err="1"/>
              <a:t>Algumas</a:t>
            </a:r>
            <a:r>
              <a:rPr lang="en-US" dirty="0"/>
              <a:t> </a:t>
            </a:r>
            <a:r>
              <a:rPr lang="en-US" dirty="0" err="1"/>
              <a:t>definições</a:t>
            </a:r>
            <a:endParaRPr lang="en-US" dirty="0"/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043492" y="1882623"/>
            <a:ext cx="6777317" cy="3508977"/>
          </a:xfrm>
        </p:spPr>
        <p:txBody>
          <a:bodyPr rIns="132080">
            <a:normAutofit fontScale="92500" lnSpcReduction="10000"/>
          </a:bodyPr>
          <a:lstStyle/>
          <a:p>
            <a:pPr algn="just" eaLnBrk="1" hangingPunct="1">
              <a:defRPr/>
            </a:pPr>
            <a:r>
              <a:rPr lang="en-US" sz="2400" dirty="0"/>
              <a:t>Um </a:t>
            </a:r>
            <a:r>
              <a:rPr lang="en-US" sz="2400" b="1" dirty="0" err="1"/>
              <a:t>erro</a:t>
            </a:r>
            <a:r>
              <a:rPr lang="en-US" sz="2400" dirty="0"/>
              <a:t> é um </a:t>
            </a:r>
            <a:r>
              <a:rPr lang="en-US" sz="2400" dirty="0" err="1"/>
              <a:t>engano</a:t>
            </a:r>
            <a:r>
              <a:rPr lang="en-US" sz="2400" dirty="0"/>
              <a:t>, </a:t>
            </a:r>
            <a:r>
              <a:rPr lang="en-US" sz="2400" dirty="0" err="1"/>
              <a:t>ou</a:t>
            </a:r>
            <a:r>
              <a:rPr lang="en-US" sz="2400" dirty="0"/>
              <a:t> um mal </a:t>
            </a:r>
            <a:r>
              <a:rPr lang="en-US" sz="2400" dirty="0" err="1"/>
              <a:t>entendido</a:t>
            </a:r>
            <a:r>
              <a:rPr lang="en-US" sz="2400" dirty="0"/>
              <a:t> </a:t>
            </a:r>
            <a:r>
              <a:rPr lang="en-US" sz="2400" dirty="0" err="1"/>
              <a:t>cometido</a:t>
            </a:r>
            <a:r>
              <a:rPr lang="en-US" sz="2400" dirty="0"/>
              <a:t> </a:t>
            </a:r>
            <a:r>
              <a:rPr lang="en-US" sz="2400" dirty="0" err="1"/>
              <a:t>pelo</a:t>
            </a:r>
            <a:r>
              <a:rPr lang="en-US" sz="2400" dirty="0"/>
              <a:t> </a:t>
            </a:r>
            <a:r>
              <a:rPr lang="en-US" sz="2400" dirty="0" err="1"/>
              <a:t>programador</a:t>
            </a:r>
            <a:r>
              <a:rPr lang="en-US" sz="2400" dirty="0"/>
              <a:t>. </a:t>
            </a:r>
          </a:p>
          <a:p>
            <a:pPr algn="just" eaLnBrk="1" hangingPunct="1">
              <a:defRPr/>
            </a:pPr>
            <a:r>
              <a:rPr lang="en-US" sz="2400" dirty="0"/>
              <a:t>Um </a:t>
            </a:r>
            <a:r>
              <a:rPr lang="en-US" sz="2400" b="1" dirty="0" err="1"/>
              <a:t>defeito</a:t>
            </a:r>
            <a:r>
              <a:rPr lang="en-US" sz="2400" dirty="0"/>
              <a:t> é </a:t>
            </a:r>
            <a:r>
              <a:rPr lang="en-US" sz="2400" dirty="0" err="1"/>
              <a:t>introduzido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um software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resultado</a:t>
            </a:r>
            <a:r>
              <a:rPr lang="en-US" sz="2400" dirty="0"/>
              <a:t> de um </a:t>
            </a:r>
            <a:r>
              <a:rPr lang="en-US" sz="2400" dirty="0" err="1"/>
              <a:t>erro</a:t>
            </a:r>
            <a:r>
              <a:rPr lang="en-US" sz="2400" dirty="0"/>
              <a:t>. É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anomalia</a:t>
            </a:r>
            <a:r>
              <a:rPr lang="en-US" sz="2400" dirty="0"/>
              <a:t> no software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pode</a:t>
            </a:r>
            <a:r>
              <a:rPr lang="en-US" sz="2400" dirty="0"/>
              <a:t> </a:t>
            </a:r>
            <a:r>
              <a:rPr lang="en-US" sz="2400" dirty="0" err="1"/>
              <a:t>levá</a:t>
            </a:r>
            <a:r>
              <a:rPr lang="en-US" sz="2400" dirty="0"/>
              <a:t>-lo a </a:t>
            </a:r>
            <a:r>
              <a:rPr lang="en-US" sz="2400" dirty="0" err="1"/>
              <a:t>comportar</a:t>
            </a:r>
            <a:r>
              <a:rPr lang="en-US" sz="2400" dirty="0"/>
              <a:t> </a:t>
            </a:r>
            <a:r>
              <a:rPr lang="en-US" sz="2400" dirty="0" err="1"/>
              <a:t>incorretamente</a:t>
            </a:r>
            <a:r>
              <a:rPr lang="en-US" sz="2400" dirty="0"/>
              <a:t> e </a:t>
            </a:r>
            <a:r>
              <a:rPr lang="en-US" sz="2400" dirty="0" err="1"/>
              <a:t>não</a:t>
            </a:r>
            <a:r>
              <a:rPr lang="en-US" sz="2400" dirty="0"/>
              <a:t> de </a:t>
            </a:r>
            <a:r>
              <a:rPr lang="en-US" sz="2400" dirty="0" err="1"/>
              <a:t>acordo</a:t>
            </a:r>
            <a:r>
              <a:rPr lang="en-US" sz="2400" dirty="0"/>
              <a:t> com </a:t>
            </a:r>
            <a:r>
              <a:rPr lang="en-US" sz="2400" dirty="0" err="1"/>
              <a:t>sua</a:t>
            </a:r>
            <a:r>
              <a:rPr lang="en-US" sz="2400" dirty="0"/>
              <a:t> </a:t>
            </a:r>
            <a:r>
              <a:rPr lang="en-US" sz="2400" dirty="0" err="1"/>
              <a:t>especificação</a:t>
            </a:r>
            <a:r>
              <a:rPr lang="en-US" sz="2400" dirty="0"/>
              <a:t>.</a:t>
            </a:r>
          </a:p>
          <a:p>
            <a:pPr algn="just" eaLnBrk="1" hangingPunct="1">
              <a:defRPr/>
            </a:pPr>
            <a:r>
              <a:rPr lang="en-US" sz="2400" dirty="0"/>
              <a:t>Uma </a:t>
            </a:r>
            <a:r>
              <a:rPr lang="en-US" sz="2400" b="1" dirty="0" err="1"/>
              <a:t>falha</a:t>
            </a:r>
            <a:r>
              <a:rPr lang="en-US" sz="2400" dirty="0"/>
              <a:t> é a </a:t>
            </a:r>
            <a:r>
              <a:rPr lang="en-US" sz="2400" dirty="0" err="1"/>
              <a:t>inabilidade</a:t>
            </a:r>
            <a:r>
              <a:rPr lang="en-US" sz="2400" dirty="0"/>
              <a:t> de um software de </a:t>
            </a:r>
            <a:r>
              <a:rPr lang="en-US" sz="2400" dirty="0" err="1"/>
              <a:t>funcionar</a:t>
            </a:r>
            <a:r>
              <a:rPr lang="en-US" sz="2400" dirty="0"/>
              <a:t> de </a:t>
            </a:r>
            <a:r>
              <a:rPr lang="en-US" sz="2400" dirty="0" err="1"/>
              <a:t>acordo</a:t>
            </a:r>
            <a:r>
              <a:rPr lang="en-US" sz="2400" dirty="0"/>
              <a:t> com o </a:t>
            </a:r>
            <a:r>
              <a:rPr lang="en-US" sz="2400" dirty="0" err="1"/>
              <a:t>esperado</a:t>
            </a:r>
            <a:r>
              <a:rPr lang="en-US" sz="2400" dirty="0"/>
              <a:t>. A </a:t>
            </a:r>
            <a:r>
              <a:rPr lang="en-US" sz="2400" dirty="0" err="1"/>
              <a:t>falha</a:t>
            </a:r>
            <a:r>
              <a:rPr lang="en-US" sz="2400" dirty="0"/>
              <a:t> é o </a:t>
            </a:r>
            <a:r>
              <a:rPr lang="en-US" sz="2400" dirty="0" err="1"/>
              <a:t>sintoma</a:t>
            </a:r>
            <a:r>
              <a:rPr lang="en-US" sz="2400" dirty="0"/>
              <a:t> </a:t>
            </a:r>
            <a:r>
              <a:rPr lang="en-US" sz="2400" dirty="0" err="1"/>
              <a:t>ou</a:t>
            </a:r>
            <a:r>
              <a:rPr lang="en-US" sz="2400" dirty="0"/>
              <a:t> a </a:t>
            </a:r>
            <a:r>
              <a:rPr lang="en-US" sz="2400" dirty="0" err="1"/>
              <a:t>manifestação</a:t>
            </a:r>
            <a:r>
              <a:rPr lang="en-US" sz="2400" dirty="0"/>
              <a:t> do </a:t>
            </a:r>
            <a:r>
              <a:rPr lang="en-US" sz="2400" dirty="0" err="1"/>
              <a:t>erro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22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title"/>
          </p:nvPr>
        </p:nvSpPr>
        <p:spPr>
          <a:xfrm>
            <a:off x="1033950" y="798329"/>
            <a:ext cx="7024744" cy="1143000"/>
          </a:xfrm>
        </p:spPr>
        <p:txBody>
          <a:bodyPr rIns="132080">
            <a:normAutofit fontScale="90000"/>
          </a:bodyPr>
          <a:lstStyle/>
          <a:p>
            <a:pPr indent="0" algn="ctr" eaLnBrk="1" hangingPunct="1">
              <a:defRPr/>
            </a:pPr>
            <a:r>
              <a:rPr lang="en-US" dirty="0" err="1" smtClean="0"/>
              <a:t>Classificação</a:t>
            </a:r>
            <a:r>
              <a:rPr lang="en-US" dirty="0" smtClean="0"/>
              <a:t> dos </a:t>
            </a:r>
            <a:r>
              <a:rPr lang="en-US" dirty="0"/>
              <a:t>testes </a:t>
            </a:r>
            <a:r>
              <a:rPr lang="en-US" dirty="0" err="1"/>
              <a:t>conforme</a:t>
            </a:r>
            <a:r>
              <a:rPr lang="en-US" dirty="0"/>
              <a:t> a </a:t>
            </a:r>
            <a:r>
              <a:rPr lang="en-US" dirty="0" err="1"/>
              <a:t>visibilidade</a:t>
            </a:r>
            <a:endParaRPr lang="en-US" dirty="0"/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043492" y="2097831"/>
            <a:ext cx="6777317" cy="1743523"/>
          </a:xfrm>
        </p:spPr>
        <p:txBody>
          <a:bodyPr rIns="132080"/>
          <a:lstStyle/>
          <a:p>
            <a:pPr marL="68580" indent="0" algn="just" eaLnBrk="1" hangingPunct="1">
              <a:buNone/>
              <a:defRPr/>
            </a:pPr>
            <a:r>
              <a:rPr lang="en-US" dirty="0" smtClean="0"/>
              <a:t>1º) </a:t>
            </a:r>
            <a:r>
              <a:rPr lang="en-US" dirty="0" err="1" smtClean="0"/>
              <a:t>Caixa</a:t>
            </a:r>
            <a:r>
              <a:rPr lang="en-US" dirty="0" smtClean="0"/>
              <a:t> </a:t>
            </a:r>
            <a:r>
              <a:rPr lang="en-US" dirty="0" err="1"/>
              <a:t>branca</a:t>
            </a:r>
            <a:r>
              <a:rPr lang="en-US" dirty="0"/>
              <a:t> </a:t>
            </a:r>
            <a:r>
              <a:rPr lang="en-US" i="1" dirty="0"/>
              <a:t>(white-box)</a:t>
            </a:r>
          </a:p>
          <a:p>
            <a:pPr marL="947738" lvl="1" algn="just" eaLnBrk="1" hangingPunct="1">
              <a:defRPr/>
            </a:pPr>
            <a:r>
              <a:rPr lang="en-US" sz="2000" dirty="0" err="1"/>
              <a:t>os</a:t>
            </a:r>
            <a:r>
              <a:rPr lang="en-US" sz="2000" dirty="0"/>
              <a:t> testes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desenvolvidos</a:t>
            </a:r>
            <a:r>
              <a:rPr lang="en-US" sz="2000" dirty="0"/>
              <a:t> </a:t>
            </a:r>
            <a:r>
              <a:rPr lang="en-US" sz="2000" dirty="0" err="1"/>
              <a:t>considerando</a:t>
            </a:r>
            <a:r>
              <a:rPr lang="en-US" sz="2000" dirty="0"/>
              <a:t>-se a </a:t>
            </a:r>
            <a:r>
              <a:rPr lang="en-US" sz="2000" dirty="0" err="1"/>
              <a:t>estrutura</a:t>
            </a:r>
            <a:r>
              <a:rPr lang="en-US" sz="2000" dirty="0"/>
              <a:t> do </a:t>
            </a:r>
            <a:r>
              <a:rPr lang="en-US" sz="2000" dirty="0" err="1"/>
              <a:t>código</a:t>
            </a:r>
            <a:endParaRPr lang="en-US" sz="2000" dirty="0"/>
          </a:p>
        </p:txBody>
      </p:sp>
      <p:sp>
        <p:nvSpPr>
          <p:cNvPr id="35845" name="Oval 7"/>
          <p:cNvSpPr>
            <a:spLocks/>
          </p:cNvSpPr>
          <p:nvPr/>
        </p:nvSpPr>
        <p:spPr bwMode="auto">
          <a:xfrm>
            <a:off x="4969120" y="3863975"/>
            <a:ext cx="63011" cy="101600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46" name="Oval 8"/>
          <p:cNvSpPr>
            <a:spLocks/>
          </p:cNvSpPr>
          <p:nvPr/>
        </p:nvSpPr>
        <p:spPr bwMode="auto">
          <a:xfrm>
            <a:off x="4955931" y="3851275"/>
            <a:ext cx="89389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47" name="Line 9"/>
          <p:cNvSpPr>
            <a:spLocks noChangeShapeType="1"/>
          </p:cNvSpPr>
          <p:nvPr/>
        </p:nvSpPr>
        <p:spPr bwMode="auto">
          <a:xfrm>
            <a:off x="5007220" y="3990975"/>
            <a:ext cx="1465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48" name="Rectangle 10"/>
          <p:cNvSpPr>
            <a:spLocks/>
          </p:cNvSpPr>
          <p:nvPr/>
        </p:nvSpPr>
        <p:spPr bwMode="auto">
          <a:xfrm>
            <a:off x="4829908" y="4117975"/>
            <a:ext cx="354623" cy="177800"/>
          </a:xfrm>
          <a:prstGeom prst="rect">
            <a:avLst/>
          </a:prstGeom>
          <a:solidFill>
            <a:srgbClr val="CC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49" name="Rectangle 11"/>
          <p:cNvSpPr>
            <a:spLocks/>
          </p:cNvSpPr>
          <p:nvPr/>
        </p:nvSpPr>
        <p:spPr bwMode="auto">
          <a:xfrm>
            <a:off x="4816720" y="4105275"/>
            <a:ext cx="381000" cy="203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0" name="Line 12"/>
          <p:cNvSpPr>
            <a:spLocks noChangeShapeType="1"/>
          </p:cNvSpPr>
          <p:nvPr/>
        </p:nvSpPr>
        <p:spPr bwMode="auto">
          <a:xfrm>
            <a:off x="5007220" y="4321175"/>
            <a:ext cx="146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1" name="Line 13"/>
          <p:cNvSpPr>
            <a:spLocks noChangeShapeType="1"/>
          </p:cNvSpPr>
          <p:nvPr/>
        </p:nvSpPr>
        <p:spPr bwMode="auto">
          <a:xfrm flipH="1">
            <a:off x="4435720" y="4486275"/>
            <a:ext cx="356088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2" name="Rectangle 14"/>
          <p:cNvSpPr>
            <a:spLocks/>
          </p:cNvSpPr>
          <p:nvPr/>
        </p:nvSpPr>
        <p:spPr bwMode="auto">
          <a:xfrm>
            <a:off x="4270131" y="4664075"/>
            <a:ext cx="356089" cy="177800"/>
          </a:xfrm>
          <a:prstGeom prst="rect">
            <a:avLst/>
          </a:prstGeom>
          <a:solidFill>
            <a:srgbClr val="CC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3" name="Rectangle 15"/>
          <p:cNvSpPr>
            <a:spLocks/>
          </p:cNvSpPr>
          <p:nvPr/>
        </p:nvSpPr>
        <p:spPr bwMode="auto">
          <a:xfrm>
            <a:off x="4258408" y="4651375"/>
            <a:ext cx="381000" cy="203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4" name="Rectangle 16"/>
          <p:cNvSpPr>
            <a:spLocks/>
          </p:cNvSpPr>
          <p:nvPr/>
        </p:nvSpPr>
        <p:spPr bwMode="auto">
          <a:xfrm>
            <a:off x="5388220" y="4689475"/>
            <a:ext cx="356088" cy="177800"/>
          </a:xfrm>
          <a:prstGeom prst="rect">
            <a:avLst/>
          </a:prstGeom>
          <a:solidFill>
            <a:srgbClr val="CC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5" name="Rectangle 17"/>
          <p:cNvSpPr>
            <a:spLocks/>
          </p:cNvSpPr>
          <p:nvPr/>
        </p:nvSpPr>
        <p:spPr bwMode="auto">
          <a:xfrm>
            <a:off x="5375031" y="4676775"/>
            <a:ext cx="381000" cy="203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6" name="Line 18"/>
          <p:cNvSpPr>
            <a:spLocks noChangeShapeType="1"/>
          </p:cNvSpPr>
          <p:nvPr/>
        </p:nvSpPr>
        <p:spPr bwMode="auto">
          <a:xfrm>
            <a:off x="4448908" y="4486275"/>
            <a:ext cx="1466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7" name="Line 19"/>
          <p:cNvSpPr>
            <a:spLocks noChangeShapeType="1"/>
          </p:cNvSpPr>
          <p:nvPr/>
        </p:nvSpPr>
        <p:spPr bwMode="auto">
          <a:xfrm flipH="1">
            <a:off x="5210908" y="4486275"/>
            <a:ext cx="354623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8" name="Line 20"/>
          <p:cNvSpPr>
            <a:spLocks noChangeShapeType="1"/>
          </p:cNvSpPr>
          <p:nvPr/>
        </p:nvSpPr>
        <p:spPr bwMode="auto">
          <a:xfrm>
            <a:off x="5565531" y="4486275"/>
            <a:ext cx="1466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9" name="Line 21"/>
          <p:cNvSpPr>
            <a:spLocks noChangeShapeType="1"/>
          </p:cNvSpPr>
          <p:nvPr/>
        </p:nvSpPr>
        <p:spPr bwMode="auto">
          <a:xfrm>
            <a:off x="4448908" y="4867275"/>
            <a:ext cx="1466" cy="10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60" name="Line 22"/>
          <p:cNvSpPr>
            <a:spLocks noChangeShapeType="1"/>
          </p:cNvSpPr>
          <p:nvPr/>
        </p:nvSpPr>
        <p:spPr bwMode="auto">
          <a:xfrm>
            <a:off x="5565531" y="4892675"/>
            <a:ext cx="1466" cy="10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61" name="Line 23"/>
          <p:cNvSpPr>
            <a:spLocks noChangeShapeType="1"/>
          </p:cNvSpPr>
          <p:nvPr/>
        </p:nvSpPr>
        <p:spPr bwMode="auto">
          <a:xfrm>
            <a:off x="4448908" y="5006975"/>
            <a:ext cx="11049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62" name="Line 24"/>
          <p:cNvSpPr>
            <a:spLocks noChangeShapeType="1"/>
          </p:cNvSpPr>
          <p:nvPr/>
        </p:nvSpPr>
        <p:spPr bwMode="auto">
          <a:xfrm>
            <a:off x="5007220" y="5006975"/>
            <a:ext cx="1465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63" name="Rectangle 25"/>
          <p:cNvSpPr>
            <a:spLocks/>
          </p:cNvSpPr>
          <p:nvPr/>
        </p:nvSpPr>
        <p:spPr bwMode="auto">
          <a:xfrm>
            <a:off x="4829908" y="5210175"/>
            <a:ext cx="354623" cy="177800"/>
          </a:xfrm>
          <a:prstGeom prst="rect">
            <a:avLst/>
          </a:prstGeom>
          <a:solidFill>
            <a:srgbClr val="CC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64" name="Rectangle 26"/>
          <p:cNvSpPr>
            <a:spLocks/>
          </p:cNvSpPr>
          <p:nvPr/>
        </p:nvSpPr>
        <p:spPr bwMode="auto">
          <a:xfrm>
            <a:off x="4816720" y="5197475"/>
            <a:ext cx="381000" cy="203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65" name="Line 27"/>
          <p:cNvSpPr>
            <a:spLocks noChangeShapeType="1"/>
          </p:cNvSpPr>
          <p:nvPr/>
        </p:nvSpPr>
        <p:spPr bwMode="auto">
          <a:xfrm>
            <a:off x="5007220" y="5413375"/>
            <a:ext cx="1465" cy="190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66" name="Line 28"/>
          <p:cNvSpPr>
            <a:spLocks noChangeShapeType="1"/>
          </p:cNvSpPr>
          <p:nvPr/>
        </p:nvSpPr>
        <p:spPr bwMode="auto">
          <a:xfrm>
            <a:off x="5007220" y="5718175"/>
            <a:ext cx="146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67" name="Line 29"/>
          <p:cNvSpPr>
            <a:spLocks noChangeShapeType="1"/>
          </p:cNvSpPr>
          <p:nvPr/>
        </p:nvSpPr>
        <p:spPr bwMode="auto">
          <a:xfrm>
            <a:off x="5007220" y="4041775"/>
            <a:ext cx="863111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68" name="Line 30"/>
          <p:cNvSpPr>
            <a:spLocks noChangeShapeType="1"/>
          </p:cNvSpPr>
          <p:nvPr/>
        </p:nvSpPr>
        <p:spPr bwMode="auto">
          <a:xfrm>
            <a:off x="5007220" y="5768975"/>
            <a:ext cx="863111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69" name="Line 31"/>
          <p:cNvSpPr>
            <a:spLocks noChangeShapeType="1"/>
          </p:cNvSpPr>
          <p:nvPr/>
        </p:nvSpPr>
        <p:spPr bwMode="auto">
          <a:xfrm>
            <a:off x="5883520" y="4041775"/>
            <a:ext cx="1465" cy="1714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70" name="AutoShape 32"/>
          <p:cNvSpPr>
            <a:spLocks/>
          </p:cNvSpPr>
          <p:nvPr/>
        </p:nvSpPr>
        <p:spPr bwMode="auto">
          <a:xfrm>
            <a:off x="4778620" y="4371975"/>
            <a:ext cx="444011" cy="241300"/>
          </a:xfrm>
          <a:prstGeom prst="diamond">
            <a:avLst/>
          </a:prstGeom>
          <a:solidFill>
            <a:srgbClr val="0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71" name="AutoShape 33"/>
          <p:cNvSpPr>
            <a:spLocks/>
          </p:cNvSpPr>
          <p:nvPr/>
        </p:nvSpPr>
        <p:spPr bwMode="auto">
          <a:xfrm>
            <a:off x="4778620" y="5629275"/>
            <a:ext cx="444011" cy="241300"/>
          </a:xfrm>
          <a:prstGeom prst="diamond">
            <a:avLst/>
          </a:prstGeom>
          <a:solidFill>
            <a:srgbClr val="0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72" name="Line 34"/>
          <p:cNvSpPr>
            <a:spLocks noChangeShapeType="1"/>
          </p:cNvSpPr>
          <p:nvPr/>
        </p:nvSpPr>
        <p:spPr bwMode="auto">
          <a:xfrm>
            <a:off x="5007220" y="5908675"/>
            <a:ext cx="1465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5873" name="Picture 35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424" y="3344864"/>
            <a:ext cx="2067658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4"/>
          <p:cNvSpPr>
            <a:spLocks noGrp="1" noChangeArrowheads="1"/>
          </p:cNvSpPr>
          <p:nvPr>
            <p:ph type="title"/>
          </p:nvPr>
        </p:nvSpPr>
        <p:spPr>
          <a:xfrm>
            <a:off x="1043490" y="789124"/>
            <a:ext cx="7024744" cy="801136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 dirty="0" smtClean="0"/>
              <a:t>1ª) </a:t>
            </a:r>
            <a:r>
              <a:rPr lang="en-US" dirty="0" err="1" smtClean="0"/>
              <a:t>Teste</a:t>
            </a:r>
            <a:r>
              <a:rPr lang="en-US" dirty="0" smtClean="0"/>
              <a:t> </a:t>
            </a:r>
            <a:r>
              <a:rPr lang="en-US" dirty="0" err="1"/>
              <a:t>caixa</a:t>
            </a:r>
            <a:r>
              <a:rPr lang="en-US" dirty="0"/>
              <a:t> </a:t>
            </a:r>
            <a:r>
              <a:rPr lang="en-US" dirty="0" err="1"/>
              <a:t>branca</a:t>
            </a:r>
            <a:endParaRPr lang="en-US" dirty="0"/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67104" y="1756241"/>
            <a:ext cx="8001000" cy="4617572"/>
          </a:xfrm>
        </p:spPr>
        <p:txBody>
          <a:bodyPr rIns="132080"/>
          <a:lstStyle/>
          <a:p>
            <a:pPr algn="just" eaLnBrk="1" hangingPunct="1">
              <a:lnSpc>
                <a:spcPct val="80000"/>
              </a:lnSpc>
              <a:defRPr/>
            </a:pPr>
            <a:r>
              <a:rPr lang="en-US" sz="2400" dirty="0" err="1"/>
              <a:t>Método</a:t>
            </a:r>
            <a:r>
              <a:rPr lang="en-US" sz="2400" dirty="0"/>
              <a:t> </a:t>
            </a:r>
            <a:r>
              <a:rPr lang="en-US" sz="2400" dirty="0" err="1"/>
              <a:t>para</a:t>
            </a:r>
            <a:r>
              <a:rPr lang="en-US" sz="2400" dirty="0"/>
              <a:t> </a:t>
            </a:r>
            <a:r>
              <a:rPr lang="en-US" sz="2400" dirty="0" err="1"/>
              <a:t>projeto</a:t>
            </a:r>
            <a:r>
              <a:rPr lang="en-US" sz="2400" dirty="0"/>
              <a:t> de um </a:t>
            </a:r>
            <a:r>
              <a:rPr lang="en-US" sz="2400" dirty="0" err="1"/>
              <a:t>caso</a:t>
            </a:r>
            <a:r>
              <a:rPr lang="en-US" sz="2400" dirty="0"/>
              <a:t> de </a:t>
            </a:r>
            <a:r>
              <a:rPr lang="en-US" sz="2400" dirty="0" err="1"/>
              <a:t>teste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utiliza</a:t>
            </a:r>
            <a:r>
              <a:rPr lang="en-US" sz="2400" dirty="0"/>
              <a:t> a </a:t>
            </a:r>
            <a:r>
              <a:rPr lang="en-US" sz="2400" dirty="0" err="1"/>
              <a:t>estrutura</a:t>
            </a:r>
            <a:r>
              <a:rPr lang="en-US" sz="2400" dirty="0"/>
              <a:t> de </a:t>
            </a:r>
            <a:r>
              <a:rPr lang="en-US" sz="2400" dirty="0" err="1"/>
              <a:t>controle</a:t>
            </a:r>
            <a:r>
              <a:rPr lang="en-US" sz="2400" dirty="0"/>
              <a:t> do </a:t>
            </a:r>
            <a:r>
              <a:rPr lang="en-US" sz="2400" dirty="0" err="1"/>
              <a:t>projeto</a:t>
            </a:r>
            <a:r>
              <a:rPr lang="en-US" sz="2400" dirty="0"/>
              <a:t> </a:t>
            </a:r>
            <a:r>
              <a:rPr lang="en-US" sz="2400" dirty="0" err="1"/>
              <a:t>procedimental</a:t>
            </a:r>
            <a:r>
              <a:rPr lang="en-US" sz="2400" dirty="0"/>
              <a:t> </a:t>
            </a:r>
            <a:r>
              <a:rPr lang="en-US" sz="2400" dirty="0" err="1"/>
              <a:t>para</a:t>
            </a:r>
            <a:r>
              <a:rPr lang="en-US" sz="2400" dirty="0"/>
              <a:t> </a:t>
            </a:r>
            <a:r>
              <a:rPr lang="en-US" sz="2400" dirty="0" err="1"/>
              <a:t>construir</a:t>
            </a:r>
            <a:r>
              <a:rPr lang="en-US" sz="2400" dirty="0"/>
              <a:t> o </a:t>
            </a:r>
            <a:r>
              <a:rPr lang="en-US" sz="2400" dirty="0" err="1"/>
              <a:t>caso</a:t>
            </a:r>
            <a:r>
              <a:rPr lang="en-US" sz="2400" dirty="0"/>
              <a:t> de </a:t>
            </a:r>
            <a:r>
              <a:rPr lang="en-US" sz="2400" dirty="0" err="1"/>
              <a:t>teste</a:t>
            </a:r>
            <a:endParaRPr lang="en-US" sz="2400" dirty="0"/>
          </a:p>
          <a:p>
            <a:pPr algn="just" eaLnBrk="1" hangingPunct="1">
              <a:lnSpc>
                <a:spcPct val="80000"/>
              </a:lnSpc>
              <a:spcBef>
                <a:spcPts val="1200"/>
              </a:spcBef>
              <a:defRPr/>
            </a:pPr>
            <a:r>
              <a:rPr lang="en-US" sz="2400" dirty="0"/>
              <a:t>Tem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objetivo</a:t>
            </a:r>
            <a:r>
              <a:rPr lang="en-US" sz="2400" dirty="0"/>
              <a:t>:</a:t>
            </a:r>
          </a:p>
          <a:p>
            <a:pPr marL="947738" lvl="1" algn="just" eaLnBrk="1" hangingPunct="1">
              <a:lnSpc>
                <a:spcPct val="80000"/>
              </a:lnSpc>
              <a:spcBef>
                <a:spcPts val="1200"/>
              </a:spcBef>
              <a:defRPr/>
            </a:pPr>
            <a:r>
              <a:rPr lang="en-US" sz="2000" dirty="0" err="1"/>
              <a:t>Garantir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todos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caminhos</a:t>
            </a:r>
            <a:r>
              <a:rPr lang="en-US" sz="2000" dirty="0"/>
              <a:t> </a:t>
            </a:r>
            <a:r>
              <a:rPr lang="en-US" sz="2000" dirty="0" err="1"/>
              <a:t>independentes</a:t>
            </a:r>
            <a:r>
              <a:rPr lang="en-US" sz="2000" dirty="0"/>
              <a:t> </a:t>
            </a:r>
            <a:r>
              <a:rPr lang="en-US" sz="2000" dirty="0" err="1"/>
              <a:t>dentro</a:t>
            </a:r>
            <a:r>
              <a:rPr lang="en-US" sz="2000" dirty="0"/>
              <a:t> de um </a:t>
            </a:r>
            <a:r>
              <a:rPr lang="en-US" sz="2000" dirty="0" err="1"/>
              <a:t>módulo</a:t>
            </a:r>
            <a:r>
              <a:rPr lang="en-US" sz="2000" dirty="0"/>
              <a:t> </a:t>
            </a:r>
            <a:r>
              <a:rPr lang="en-US" sz="2000" dirty="0" err="1"/>
              <a:t>sejam</a:t>
            </a:r>
            <a:r>
              <a:rPr lang="en-US" sz="2000" dirty="0"/>
              <a:t> </a:t>
            </a:r>
            <a:r>
              <a:rPr lang="en-US" sz="2000" dirty="0" err="1"/>
              <a:t>executados</a:t>
            </a:r>
            <a:r>
              <a:rPr lang="en-US" sz="2000" dirty="0"/>
              <a:t> </a:t>
            </a:r>
            <a:r>
              <a:rPr lang="en-US" sz="2000" dirty="0" err="1"/>
              <a:t>pelo</a:t>
            </a:r>
            <a:r>
              <a:rPr lang="en-US" sz="2000" dirty="0"/>
              <a:t> </a:t>
            </a:r>
            <a:r>
              <a:rPr lang="en-US" sz="2000" dirty="0" err="1"/>
              <a:t>menos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vez</a:t>
            </a:r>
            <a:endParaRPr lang="en-US" sz="2000" dirty="0"/>
          </a:p>
          <a:p>
            <a:pPr marL="947738" lvl="1" algn="just" eaLnBrk="1" hangingPunct="1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sz="2000" dirty="0" err="1"/>
              <a:t>Executar</a:t>
            </a:r>
            <a:r>
              <a:rPr lang="en-US" sz="2000" dirty="0"/>
              <a:t> </a:t>
            </a:r>
            <a:r>
              <a:rPr lang="en-US" sz="2000" dirty="0" err="1"/>
              <a:t>todas</a:t>
            </a:r>
            <a:r>
              <a:rPr lang="en-US" sz="2000" dirty="0"/>
              <a:t> as </a:t>
            </a:r>
            <a:r>
              <a:rPr lang="en-US" sz="2000" dirty="0" err="1"/>
              <a:t>decisões</a:t>
            </a:r>
            <a:r>
              <a:rPr lang="en-US" sz="2000" dirty="0"/>
              <a:t> </a:t>
            </a:r>
            <a:r>
              <a:rPr lang="en-US" sz="2000" dirty="0" err="1"/>
              <a:t>lógicas</a:t>
            </a:r>
            <a:r>
              <a:rPr lang="en-US" sz="2000" dirty="0"/>
              <a:t>, </a:t>
            </a:r>
            <a:r>
              <a:rPr lang="en-US" sz="2000" dirty="0" err="1"/>
              <a:t>tanto</a:t>
            </a:r>
            <a:r>
              <a:rPr lang="en-US" sz="2000" dirty="0"/>
              <a:t> a parte </a:t>
            </a:r>
            <a:r>
              <a:rPr lang="en-US" sz="2000" dirty="0" err="1"/>
              <a:t>verdadeira</a:t>
            </a:r>
            <a:r>
              <a:rPr lang="en-US" sz="2000" dirty="0"/>
              <a:t> </a:t>
            </a:r>
            <a:r>
              <a:rPr lang="en-US" sz="2000" dirty="0" err="1"/>
              <a:t>quanto</a:t>
            </a:r>
            <a:r>
              <a:rPr lang="en-US" sz="2000" dirty="0"/>
              <a:t> a </a:t>
            </a:r>
            <a:r>
              <a:rPr lang="en-US" sz="2000" dirty="0" err="1"/>
              <a:t>falsa</a:t>
            </a:r>
            <a:endParaRPr lang="en-US" sz="2000" dirty="0"/>
          </a:p>
          <a:p>
            <a:pPr marL="947738" lvl="1" algn="just" eaLnBrk="1" hangingPunct="1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sz="2000" dirty="0" err="1"/>
              <a:t>Executar</a:t>
            </a:r>
            <a:r>
              <a:rPr lang="en-US" sz="2000" dirty="0"/>
              <a:t> </a:t>
            </a:r>
            <a:r>
              <a:rPr lang="en-US" sz="2000" dirty="0" err="1"/>
              <a:t>todos</a:t>
            </a:r>
            <a:r>
              <a:rPr lang="en-US" sz="2000" dirty="0"/>
              <a:t> as </a:t>
            </a:r>
            <a:r>
              <a:rPr lang="en-US" sz="2000" dirty="0" err="1"/>
              <a:t>estruturas</a:t>
            </a:r>
            <a:r>
              <a:rPr lang="en-US" sz="2000" dirty="0"/>
              <a:t> de </a:t>
            </a:r>
            <a:r>
              <a:rPr lang="en-US" sz="2000" dirty="0" err="1"/>
              <a:t>repetição</a:t>
            </a:r>
            <a:r>
              <a:rPr lang="en-US" sz="2000" dirty="0"/>
              <a:t> </a:t>
            </a:r>
            <a:r>
              <a:rPr lang="en-US" sz="2000" dirty="0" err="1"/>
              <a:t>nos</a:t>
            </a:r>
            <a:r>
              <a:rPr lang="en-US" sz="2000" dirty="0"/>
              <a:t> </a:t>
            </a:r>
            <a:r>
              <a:rPr lang="en-US" sz="2000" dirty="0" err="1"/>
              <a:t>seus</a:t>
            </a:r>
            <a:r>
              <a:rPr lang="en-US" sz="2000" dirty="0"/>
              <a:t> </a:t>
            </a:r>
            <a:r>
              <a:rPr lang="en-US" sz="2000" dirty="0" err="1"/>
              <a:t>limites</a:t>
            </a:r>
            <a:r>
              <a:rPr lang="en-US" sz="2000" dirty="0"/>
              <a:t> </a:t>
            </a:r>
            <a:r>
              <a:rPr lang="en-US" sz="2000" dirty="0" err="1"/>
              <a:t>definidos</a:t>
            </a:r>
            <a:r>
              <a:rPr lang="en-US" sz="2000" dirty="0"/>
              <a:t>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operacionais</a:t>
            </a:r>
            <a:endParaRPr lang="en-US" sz="2000" dirty="0"/>
          </a:p>
          <a:p>
            <a:pPr marL="947738" lvl="1" algn="just" eaLnBrk="1" hangingPunct="1">
              <a:lnSpc>
                <a:spcPct val="80000"/>
              </a:lnSpc>
              <a:spcBef>
                <a:spcPts val="1000"/>
              </a:spcBef>
              <a:defRPr/>
            </a:pPr>
            <a:r>
              <a:rPr lang="en-US" sz="2000" dirty="0" err="1"/>
              <a:t>Garantir</a:t>
            </a:r>
            <a:r>
              <a:rPr lang="en-US" sz="2000" dirty="0"/>
              <a:t> a </a:t>
            </a:r>
            <a:r>
              <a:rPr lang="en-US" sz="2000" dirty="0" err="1"/>
              <a:t>validade</a:t>
            </a:r>
            <a:r>
              <a:rPr lang="en-US" sz="2000" dirty="0"/>
              <a:t> das </a:t>
            </a:r>
            <a:r>
              <a:rPr lang="en-US" sz="2000" dirty="0" err="1"/>
              <a:t>estruturas</a:t>
            </a:r>
            <a:r>
              <a:rPr lang="en-US" sz="2000" dirty="0"/>
              <a:t> de dados </a:t>
            </a:r>
            <a:r>
              <a:rPr lang="en-US" sz="2000" dirty="0" err="1"/>
              <a:t>internas</a:t>
            </a:r>
            <a:endParaRPr lang="en-US" sz="2000" dirty="0"/>
          </a:p>
        </p:txBody>
      </p:sp>
      <p:sp>
        <p:nvSpPr>
          <p:cNvPr id="36868" name="Rectangle 6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23</a:t>
            </a:r>
          </a:p>
        </p:txBody>
      </p:sp>
      <p:sp>
        <p:nvSpPr>
          <p:cNvPr id="36869" name="Rectangle 7"/>
          <p:cNvSpPr>
            <a:spLocks/>
          </p:cNvSpPr>
          <p:nvPr/>
        </p:nvSpPr>
        <p:spPr bwMode="auto">
          <a:xfrm>
            <a:off x="1358092" y="5992813"/>
            <a:ext cx="648286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Slide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elaborado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pelo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Prof.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Humberto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Torres da PUC Minas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24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043492" y="2017760"/>
            <a:ext cx="6777317" cy="1911302"/>
          </a:xfrm>
        </p:spPr>
        <p:txBody>
          <a:bodyPr rIns="132080"/>
          <a:lstStyle/>
          <a:p>
            <a:pPr algn="just" eaLnBrk="1" hangingPunct="1">
              <a:defRPr/>
            </a:pPr>
            <a:r>
              <a:rPr lang="en-US" dirty="0" err="1"/>
              <a:t>Caixa</a:t>
            </a:r>
            <a:r>
              <a:rPr lang="en-US" dirty="0"/>
              <a:t> </a:t>
            </a:r>
            <a:r>
              <a:rPr lang="en-US" dirty="0" err="1"/>
              <a:t>preta</a:t>
            </a:r>
            <a:r>
              <a:rPr lang="en-US" dirty="0"/>
              <a:t> </a:t>
            </a:r>
            <a:r>
              <a:rPr lang="en-US" i="1" dirty="0"/>
              <a:t>(black-box)</a:t>
            </a:r>
          </a:p>
          <a:p>
            <a:pPr marL="947738" lvl="1" algn="just" eaLnBrk="1" hangingPunct="1">
              <a:defRPr/>
            </a:pPr>
            <a:r>
              <a:rPr lang="en-US" sz="2000" dirty="0" err="1"/>
              <a:t>os</a:t>
            </a:r>
            <a:r>
              <a:rPr lang="en-US" sz="2000" dirty="0"/>
              <a:t> testes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desenvolvidos</a:t>
            </a:r>
            <a:r>
              <a:rPr lang="en-US" sz="2000" dirty="0"/>
              <a:t> </a:t>
            </a:r>
            <a:r>
              <a:rPr lang="en-US" sz="2000" dirty="0" err="1"/>
              <a:t>considerando</a:t>
            </a:r>
            <a:r>
              <a:rPr lang="en-US" sz="2000" dirty="0"/>
              <a:t>-se </a:t>
            </a:r>
            <a:r>
              <a:rPr lang="en-US" sz="2000" dirty="0" err="1"/>
              <a:t>somente</a:t>
            </a:r>
            <a:r>
              <a:rPr lang="en-US" sz="2000" dirty="0"/>
              <a:t> as </a:t>
            </a:r>
            <a:r>
              <a:rPr lang="en-US" sz="2000" dirty="0" err="1"/>
              <a:t>entradas</a:t>
            </a:r>
            <a:r>
              <a:rPr lang="en-US" sz="2000" dirty="0"/>
              <a:t> </a:t>
            </a:r>
            <a:r>
              <a:rPr lang="en-US" sz="2000" dirty="0" err="1"/>
              <a:t>aceitas</a:t>
            </a:r>
            <a:r>
              <a:rPr lang="en-US" sz="2000" dirty="0"/>
              <a:t> </a:t>
            </a:r>
            <a:r>
              <a:rPr lang="en-US" sz="2000" dirty="0" err="1"/>
              <a:t>pelo</a:t>
            </a:r>
            <a:r>
              <a:rPr lang="en-US" sz="2000" dirty="0"/>
              <a:t> </a:t>
            </a:r>
            <a:r>
              <a:rPr lang="en-US" sz="2000" dirty="0" err="1"/>
              <a:t>componente</a:t>
            </a:r>
            <a:r>
              <a:rPr lang="en-US" sz="2000" dirty="0"/>
              <a:t> e as </a:t>
            </a:r>
            <a:r>
              <a:rPr lang="en-US" sz="2000" dirty="0" err="1"/>
              <a:t>saídas</a:t>
            </a:r>
            <a:r>
              <a:rPr lang="en-US" sz="2000" dirty="0"/>
              <a:t> </a:t>
            </a:r>
            <a:r>
              <a:rPr lang="en-US" sz="2000" dirty="0" err="1"/>
              <a:t>esperadas</a:t>
            </a:r>
            <a:r>
              <a:rPr lang="en-US" sz="2000" dirty="0"/>
              <a:t>.</a:t>
            </a:r>
          </a:p>
        </p:txBody>
      </p:sp>
      <p:sp>
        <p:nvSpPr>
          <p:cNvPr id="37893" name="Freeform 7"/>
          <p:cNvSpPr>
            <a:spLocks/>
          </p:cNvSpPr>
          <p:nvPr/>
        </p:nvSpPr>
        <p:spPr bwMode="auto">
          <a:xfrm>
            <a:off x="5156689" y="3386139"/>
            <a:ext cx="407377" cy="111125"/>
          </a:xfrm>
          <a:custGeom>
            <a:avLst/>
            <a:gdLst>
              <a:gd name="T0" fmla="*/ 0 w 21600"/>
              <a:gd name="T1" fmla="*/ 73682 h 21600"/>
              <a:gd name="T2" fmla="*/ 97909 w 21600"/>
              <a:gd name="T3" fmla="*/ 111125 h 21600"/>
              <a:gd name="T4" fmla="*/ 441325 w 21600"/>
              <a:gd name="T5" fmla="*/ 36234 h 21600"/>
              <a:gd name="T6" fmla="*/ 343416 w 21600"/>
              <a:gd name="T7" fmla="*/ 0 h 21600"/>
              <a:gd name="T8" fmla="*/ 0 w 21600"/>
              <a:gd name="T9" fmla="*/ 73682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600" h="21600">
                <a:moveTo>
                  <a:pt x="0" y="14322"/>
                </a:moveTo>
                <a:lnTo>
                  <a:pt x="4792" y="21600"/>
                </a:lnTo>
                <a:lnTo>
                  <a:pt x="21600" y="7043"/>
                </a:lnTo>
                <a:lnTo>
                  <a:pt x="16808" y="0"/>
                </a:lnTo>
                <a:lnTo>
                  <a:pt x="0" y="14322"/>
                </a:lnTo>
              </a:path>
            </a:pathLst>
          </a:custGeom>
          <a:solidFill>
            <a:srgbClr val="7FFFD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7894" name="Group 8"/>
          <p:cNvGrpSpPr>
            <a:grpSpLocks/>
          </p:cNvGrpSpPr>
          <p:nvPr/>
        </p:nvGrpSpPr>
        <p:grpSpPr bwMode="auto">
          <a:xfrm>
            <a:off x="3541835" y="3405188"/>
            <a:ext cx="4186604" cy="2944812"/>
            <a:chOff x="41" y="0"/>
            <a:chExt cx="2857" cy="1855"/>
          </a:xfrm>
        </p:grpSpPr>
        <p:grpSp>
          <p:nvGrpSpPr>
            <p:cNvPr id="37895" name="Group 9"/>
            <p:cNvGrpSpPr>
              <a:grpSpLocks/>
            </p:cNvGrpSpPr>
            <p:nvPr/>
          </p:nvGrpSpPr>
          <p:grpSpPr bwMode="auto">
            <a:xfrm>
              <a:off x="1987" y="195"/>
              <a:ext cx="648" cy="585"/>
              <a:chOff x="0" y="0"/>
              <a:chExt cx="647" cy="585"/>
            </a:xfrm>
          </p:grpSpPr>
          <p:sp>
            <p:nvSpPr>
              <p:cNvPr id="37919" name="Freeform 10"/>
              <p:cNvSpPr>
                <a:spLocks/>
              </p:cNvSpPr>
              <p:nvPr/>
            </p:nvSpPr>
            <p:spPr bwMode="auto">
              <a:xfrm>
                <a:off x="453" y="349"/>
                <a:ext cx="80" cy="182"/>
              </a:xfrm>
              <a:custGeom>
                <a:avLst/>
                <a:gdLst>
                  <a:gd name="T0" fmla="*/ 80 w 21600"/>
                  <a:gd name="T1" fmla="*/ 182 h 21600"/>
                  <a:gd name="T2" fmla="*/ 80 w 21600"/>
                  <a:gd name="T3" fmla="*/ 52 h 21600"/>
                  <a:gd name="T4" fmla="*/ 0 w 21600"/>
                  <a:gd name="T5" fmla="*/ 0 h 21600"/>
                  <a:gd name="T6" fmla="*/ 0 w 21600"/>
                  <a:gd name="T7" fmla="*/ 130 h 21600"/>
                  <a:gd name="T8" fmla="*/ 80 w 21600"/>
                  <a:gd name="T9" fmla="*/ 182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21600" y="21600"/>
                    </a:moveTo>
                    <a:lnTo>
                      <a:pt x="21600" y="6185"/>
                    </a:lnTo>
                    <a:lnTo>
                      <a:pt x="0" y="0"/>
                    </a:lnTo>
                    <a:lnTo>
                      <a:pt x="0" y="15415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00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20" name="Freeform 11"/>
              <p:cNvSpPr>
                <a:spLocks/>
              </p:cNvSpPr>
              <p:nvPr/>
            </p:nvSpPr>
            <p:spPr bwMode="auto">
              <a:xfrm>
                <a:off x="84" y="53"/>
                <a:ext cx="563" cy="532"/>
              </a:xfrm>
              <a:custGeom>
                <a:avLst/>
                <a:gdLst>
                  <a:gd name="T0" fmla="*/ 450 w 21600"/>
                  <a:gd name="T1" fmla="*/ 133 h 21600"/>
                  <a:gd name="T2" fmla="*/ 0 w 21600"/>
                  <a:gd name="T3" fmla="*/ 293 h 21600"/>
                  <a:gd name="T4" fmla="*/ 0 w 21600"/>
                  <a:gd name="T5" fmla="*/ 532 h 21600"/>
                  <a:gd name="T6" fmla="*/ 450 w 21600"/>
                  <a:gd name="T7" fmla="*/ 346 h 21600"/>
                  <a:gd name="T8" fmla="*/ 450 w 21600"/>
                  <a:gd name="T9" fmla="*/ 479 h 21600"/>
                  <a:gd name="T10" fmla="*/ 563 w 21600"/>
                  <a:gd name="T11" fmla="*/ 213 h 21600"/>
                  <a:gd name="T12" fmla="*/ 450 w 21600"/>
                  <a:gd name="T13" fmla="*/ 0 h 21600"/>
                  <a:gd name="T14" fmla="*/ 450 w 21600"/>
                  <a:gd name="T15" fmla="*/ 133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600" h="21600">
                    <a:moveTo>
                      <a:pt x="17280" y="5384"/>
                    </a:moveTo>
                    <a:lnTo>
                      <a:pt x="0" y="11877"/>
                    </a:lnTo>
                    <a:lnTo>
                      <a:pt x="0" y="21600"/>
                    </a:lnTo>
                    <a:lnTo>
                      <a:pt x="17280" y="14030"/>
                    </a:lnTo>
                    <a:lnTo>
                      <a:pt x="17280" y="19447"/>
                    </a:lnTo>
                    <a:lnTo>
                      <a:pt x="21600" y="8647"/>
                    </a:lnTo>
                    <a:lnTo>
                      <a:pt x="17280" y="0"/>
                    </a:lnTo>
                    <a:lnTo>
                      <a:pt x="17280" y="5384"/>
                    </a:lnTo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21" name="Freeform 12"/>
              <p:cNvSpPr>
                <a:spLocks/>
              </p:cNvSpPr>
              <p:nvPr/>
            </p:nvSpPr>
            <p:spPr bwMode="auto">
              <a:xfrm>
                <a:off x="0" y="295"/>
                <a:ext cx="77" cy="290"/>
              </a:xfrm>
              <a:custGeom>
                <a:avLst/>
                <a:gdLst>
                  <a:gd name="T0" fmla="*/ 77 w 21600"/>
                  <a:gd name="T1" fmla="*/ 53 h 21600"/>
                  <a:gd name="T2" fmla="*/ 77 w 21600"/>
                  <a:gd name="T3" fmla="*/ 290 h 21600"/>
                  <a:gd name="T4" fmla="*/ 0 w 21600"/>
                  <a:gd name="T5" fmla="*/ 237 h 21600"/>
                  <a:gd name="T6" fmla="*/ 0 w 21600"/>
                  <a:gd name="T7" fmla="*/ 0 h 21600"/>
                  <a:gd name="T8" fmla="*/ 77 w 21600"/>
                  <a:gd name="T9" fmla="*/ 53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21600" y="3949"/>
                    </a:moveTo>
                    <a:lnTo>
                      <a:pt x="21600" y="21600"/>
                    </a:lnTo>
                    <a:lnTo>
                      <a:pt x="0" y="17651"/>
                    </a:lnTo>
                    <a:lnTo>
                      <a:pt x="0" y="0"/>
                    </a:lnTo>
                    <a:lnTo>
                      <a:pt x="21600" y="3949"/>
                    </a:lnTo>
                  </a:path>
                </a:pathLst>
              </a:custGeom>
              <a:solidFill>
                <a:srgbClr val="00D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22" name="Freeform 13"/>
              <p:cNvSpPr>
                <a:spLocks/>
              </p:cNvSpPr>
              <p:nvPr/>
            </p:nvSpPr>
            <p:spPr bwMode="auto">
              <a:xfrm>
                <a:off x="0" y="134"/>
                <a:ext cx="533" cy="209"/>
              </a:xfrm>
              <a:custGeom>
                <a:avLst/>
                <a:gdLst>
                  <a:gd name="T0" fmla="*/ 0 w 21600"/>
                  <a:gd name="T1" fmla="*/ 157 h 21600"/>
                  <a:gd name="T2" fmla="*/ 84 w 21600"/>
                  <a:gd name="T3" fmla="*/ 209 h 21600"/>
                  <a:gd name="T4" fmla="*/ 533 w 21600"/>
                  <a:gd name="T5" fmla="*/ 52 h 21600"/>
                  <a:gd name="T6" fmla="*/ 448 w 21600"/>
                  <a:gd name="T7" fmla="*/ 0 h 21600"/>
                  <a:gd name="T8" fmla="*/ 0 w 21600"/>
                  <a:gd name="T9" fmla="*/ 157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16200"/>
                    </a:moveTo>
                    <a:lnTo>
                      <a:pt x="3387" y="21600"/>
                    </a:lnTo>
                    <a:lnTo>
                      <a:pt x="21600" y="5400"/>
                    </a:lnTo>
                    <a:lnTo>
                      <a:pt x="18144" y="0"/>
                    </a:lnTo>
                    <a:lnTo>
                      <a:pt x="0" y="16200"/>
                    </a:lnTo>
                  </a:path>
                </a:pathLst>
              </a:custGeom>
              <a:solidFill>
                <a:srgbClr val="7FFF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23" name="Freeform 14"/>
              <p:cNvSpPr>
                <a:spLocks/>
              </p:cNvSpPr>
              <p:nvPr/>
            </p:nvSpPr>
            <p:spPr bwMode="auto">
              <a:xfrm>
                <a:off x="453" y="0"/>
                <a:ext cx="80" cy="181"/>
              </a:xfrm>
              <a:custGeom>
                <a:avLst/>
                <a:gdLst>
                  <a:gd name="T0" fmla="*/ 80 w 21600"/>
                  <a:gd name="T1" fmla="*/ 52 h 21600"/>
                  <a:gd name="T2" fmla="*/ 0 w 21600"/>
                  <a:gd name="T3" fmla="*/ 0 h 21600"/>
                  <a:gd name="T4" fmla="*/ 0 w 21600"/>
                  <a:gd name="T5" fmla="*/ 129 h 21600"/>
                  <a:gd name="T6" fmla="*/ 80 w 21600"/>
                  <a:gd name="T7" fmla="*/ 181 h 21600"/>
                  <a:gd name="T8" fmla="*/ 80 w 21600"/>
                  <a:gd name="T9" fmla="*/ 52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21600" y="6212"/>
                    </a:moveTo>
                    <a:lnTo>
                      <a:pt x="0" y="0"/>
                    </a:lnTo>
                    <a:lnTo>
                      <a:pt x="0" y="15388"/>
                    </a:lnTo>
                    <a:lnTo>
                      <a:pt x="21600" y="21600"/>
                    </a:lnTo>
                    <a:lnTo>
                      <a:pt x="21600" y="6212"/>
                    </a:lnTo>
                  </a:path>
                </a:pathLst>
              </a:custGeom>
              <a:solidFill>
                <a:srgbClr val="00D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37896" name="Group 15"/>
            <p:cNvGrpSpPr>
              <a:grpSpLocks/>
            </p:cNvGrpSpPr>
            <p:nvPr/>
          </p:nvGrpSpPr>
          <p:grpSpPr bwMode="auto">
            <a:xfrm>
              <a:off x="1192" y="1214"/>
              <a:ext cx="477" cy="641"/>
              <a:chOff x="0" y="0"/>
              <a:chExt cx="477" cy="640"/>
            </a:xfrm>
          </p:grpSpPr>
          <p:sp>
            <p:nvSpPr>
              <p:cNvPr id="37916" name="Freeform 16"/>
              <p:cNvSpPr>
                <a:spLocks/>
              </p:cNvSpPr>
              <p:nvPr/>
            </p:nvSpPr>
            <p:spPr bwMode="auto">
              <a:xfrm>
                <a:off x="114" y="242"/>
                <a:ext cx="50" cy="398"/>
              </a:xfrm>
              <a:custGeom>
                <a:avLst/>
                <a:gdLst>
                  <a:gd name="T0" fmla="*/ 50 w 21600"/>
                  <a:gd name="T1" fmla="*/ 398 h 21600"/>
                  <a:gd name="T2" fmla="*/ 50 w 21600"/>
                  <a:gd name="T3" fmla="*/ 27 h 21600"/>
                  <a:gd name="T4" fmla="*/ 0 w 21600"/>
                  <a:gd name="T5" fmla="*/ 0 h 21600"/>
                  <a:gd name="T6" fmla="*/ 0 w 21600"/>
                  <a:gd name="T7" fmla="*/ 345 h 21600"/>
                  <a:gd name="T8" fmla="*/ 50 w 21600"/>
                  <a:gd name="T9" fmla="*/ 398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21600" y="21600"/>
                    </a:moveTo>
                    <a:lnTo>
                      <a:pt x="21600" y="1440"/>
                    </a:lnTo>
                    <a:lnTo>
                      <a:pt x="0" y="0"/>
                    </a:lnTo>
                    <a:lnTo>
                      <a:pt x="0" y="1872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0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17" name="Freeform 17"/>
              <p:cNvSpPr>
                <a:spLocks/>
              </p:cNvSpPr>
              <p:nvPr/>
            </p:nvSpPr>
            <p:spPr bwMode="auto">
              <a:xfrm>
                <a:off x="57" y="27"/>
                <a:ext cx="420" cy="613"/>
              </a:xfrm>
              <a:custGeom>
                <a:avLst/>
                <a:gdLst>
                  <a:gd name="T0" fmla="*/ 196 w 21600"/>
                  <a:gd name="T1" fmla="*/ 0 h 21600"/>
                  <a:gd name="T2" fmla="*/ 420 w 21600"/>
                  <a:gd name="T3" fmla="*/ 107 h 21600"/>
                  <a:gd name="T4" fmla="*/ 309 w 21600"/>
                  <a:gd name="T5" fmla="*/ 159 h 21600"/>
                  <a:gd name="T6" fmla="*/ 309 w 21600"/>
                  <a:gd name="T7" fmla="*/ 533 h 21600"/>
                  <a:gd name="T8" fmla="*/ 113 w 21600"/>
                  <a:gd name="T9" fmla="*/ 613 h 21600"/>
                  <a:gd name="T10" fmla="*/ 113 w 21600"/>
                  <a:gd name="T11" fmla="*/ 240 h 21600"/>
                  <a:gd name="T12" fmla="*/ 0 w 21600"/>
                  <a:gd name="T13" fmla="*/ 293 h 21600"/>
                  <a:gd name="T14" fmla="*/ 196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600" h="21600">
                    <a:moveTo>
                      <a:pt x="10098" y="0"/>
                    </a:moveTo>
                    <a:lnTo>
                      <a:pt x="21600" y="3765"/>
                    </a:lnTo>
                    <a:lnTo>
                      <a:pt x="15893" y="5605"/>
                    </a:lnTo>
                    <a:lnTo>
                      <a:pt x="15893" y="18769"/>
                    </a:lnTo>
                    <a:lnTo>
                      <a:pt x="5795" y="21600"/>
                    </a:lnTo>
                    <a:lnTo>
                      <a:pt x="5795" y="8464"/>
                    </a:lnTo>
                    <a:lnTo>
                      <a:pt x="0" y="10333"/>
                    </a:lnTo>
                    <a:lnTo>
                      <a:pt x="10098" y="0"/>
                    </a:lnTo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18" name="Freeform 18"/>
              <p:cNvSpPr>
                <a:spLocks/>
              </p:cNvSpPr>
              <p:nvPr/>
            </p:nvSpPr>
            <p:spPr bwMode="auto">
              <a:xfrm>
                <a:off x="0" y="0"/>
                <a:ext cx="250" cy="317"/>
              </a:xfrm>
              <a:custGeom>
                <a:avLst/>
                <a:gdLst>
                  <a:gd name="T0" fmla="*/ 55 w 21600"/>
                  <a:gd name="T1" fmla="*/ 317 h 21600"/>
                  <a:gd name="T2" fmla="*/ 0 w 21600"/>
                  <a:gd name="T3" fmla="*/ 291 h 21600"/>
                  <a:gd name="T4" fmla="*/ 195 w 21600"/>
                  <a:gd name="T5" fmla="*/ 0 h 21600"/>
                  <a:gd name="T6" fmla="*/ 250 w 21600"/>
                  <a:gd name="T7" fmla="*/ 26 h 21600"/>
                  <a:gd name="T8" fmla="*/ 55 w 21600"/>
                  <a:gd name="T9" fmla="*/ 317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4792" y="21600"/>
                    </a:moveTo>
                    <a:lnTo>
                      <a:pt x="0" y="19795"/>
                    </a:lnTo>
                    <a:lnTo>
                      <a:pt x="16808" y="0"/>
                    </a:lnTo>
                    <a:lnTo>
                      <a:pt x="21600" y="1805"/>
                    </a:lnTo>
                    <a:lnTo>
                      <a:pt x="4792" y="21600"/>
                    </a:lnTo>
                  </a:path>
                </a:pathLst>
              </a:custGeom>
              <a:solidFill>
                <a:srgbClr val="00B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37897" name="Group 19"/>
            <p:cNvGrpSpPr>
              <a:grpSpLocks/>
            </p:cNvGrpSpPr>
            <p:nvPr/>
          </p:nvGrpSpPr>
          <p:grpSpPr bwMode="auto">
            <a:xfrm>
              <a:off x="439" y="295"/>
              <a:ext cx="1645" cy="1179"/>
              <a:chOff x="0" y="0"/>
              <a:chExt cx="1645" cy="1178"/>
            </a:xfrm>
          </p:grpSpPr>
          <p:sp>
            <p:nvSpPr>
              <p:cNvPr id="37913" name="Freeform 20"/>
              <p:cNvSpPr>
                <a:spLocks/>
              </p:cNvSpPr>
              <p:nvPr/>
            </p:nvSpPr>
            <p:spPr bwMode="auto">
              <a:xfrm>
                <a:off x="0" y="457"/>
                <a:ext cx="335" cy="721"/>
              </a:xfrm>
              <a:custGeom>
                <a:avLst/>
                <a:gdLst>
                  <a:gd name="T0" fmla="*/ 0 w 21600"/>
                  <a:gd name="T1" fmla="*/ 0 h 21600"/>
                  <a:gd name="T2" fmla="*/ 335 w 21600"/>
                  <a:gd name="T3" fmla="*/ 186 h 21600"/>
                  <a:gd name="T4" fmla="*/ 335 w 21600"/>
                  <a:gd name="T5" fmla="*/ 721 h 21600"/>
                  <a:gd name="T6" fmla="*/ 0 w 21600"/>
                  <a:gd name="T7" fmla="*/ 534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5587"/>
                    </a:lnTo>
                    <a:lnTo>
                      <a:pt x="21600" y="21600"/>
                    </a:lnTo>
                    <a:lnTo>
                      <a:pt x="0" y="1598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14" name="Freeform 21"/>
              <p:cNvSpPr>
                <a:spLocks/>
              </p:cNvSpPr>
              <p:nvPr/>
            </p:nvSpPr>
            <p:spPr bwMode="auto">
              <a:xfrm>
                <a:off x="0" y="0"/>
                <a:ext cx="1645" cy="639"/>
              </a:xfrm>
              <a:custGeom>
                <a:avLst/>
                <a:gdLst>
                  <a:gd name="T0" fmla="*/ 0 w 21600"/>
                  <a:gd name="T1" fmla="*/ 453 h 21600"/>
                  <a:gd name="T2" fmla="*/ 340 w 21600"/>
                  <a:gd name="T3" fmla="*/ 639 h 21600"/>
                  <a:gd name="T4" fmla="*/ 1645 w 21600"/>
                  <a:gd name="T5" fmla="*/ 161 h 21600"/>
                  <a:gd name="T6" fmla="*/ 1360 w 21600"/>
                  <a:gd name="T7" fmla="*/ 0 h 21600"/>
                  <a:gd name="T8" fmla="*/ 0 w 21600"/>
                  <a:gd name="T9" fmla="*/ 453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15305"/>
                    </a:moveTo>
                    <a:lnTo>
                      <a:pt x="4470" y="21600"/>
                    </a:lnTo>
                    <a:lnTo>
                      <a:pt x="21600" y="5427"/>
                    </a:lnTo>
                    <a:lnTo>
                      <a:pt x="17858" y="0"/>
                    </a:lnTo>
                    <a:lnTo>
                      <a:pt x="0" y="15305"/>
                    </a:lnTo>
                  </a:path>
                </a:pathLst>
              </a:custGeom>
              <a:solidFill>
                <a:srgbClr val="FF5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15" name="Freeform 22"/>
              <p:cNvSpPr>
                <a:spLocks/>
              </p:cNvSpPr>
              <p:nvPr/>
            </p:nvSpPr>
            <p:spPr bwMode="auto">
              <a:xfrm>
                <a:off x="342" y="162"/>
                <a:ext cx="1303" cy="1016"/>
              </a:xfrm>
              <a:custGeom>
                <a:avLst/>
                <a:gdLst>
                  <a:gd name="T0" fmla="*/ 0 w 21600"/>
                  <a:gd name="T1" fmla="*/ 480 h 21600"/>
                  <a:gd name="T2" fmla="*/ 0 w 21600"/>
                  <a:gd name="T3" fmla="*/ 1016 h 21600"/>
                  <a:gd name="T4" fmla="*/ 1303 w 21600"/>
                  <a:gd name="T5" fmla="*/ 454 h 21600"/>
                  <a:gd name="T6" fmla="*/ 1303 w 21600"/>
                  <a:gd name="T7" fmla="*/ 0 h 21600"/>
                  <a:gd name="T8" fmla="*/ 0 w 21600"/>
                  <a:gd name="T9" fmla="*/ 48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10211"/>
                    </a:moveTo>
                    <a:lnTo>
                      <a:pt x="0" y="21600"/>
                    </a:lnTo>
                    <a:lnTo>
                      <a:pt x="21600" y="9647"/>
                    </a:lnTo>
                    <a:lnTo>
                      <a:pt x="21600" y="0"/>
                    </a:lnTo>
                    <a:lnTo>
                      <a:pt x="0" y="10211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37898" name="Group 23"/>
            <p:cNvGrpSpPr>
              <a:grpSpLocks/>
            </p:cNvGrpSpPr>
            <p:nvPr/>
          </p:nvGrpSpPr>
          <p:grpSpPr bwMode="auto">
            <a:xfrm>
              <a:off x="995" y="0"/>
              <a:ext cx="552" cy="531"/>
              <a:chOff x="0" y="0"/>
              <a:chExt cx="552" cy="531"/>
            </a:xfrm>
          </p:grpSpPr>
          <p:sp>
            <p:nvSpPr>
              <p:cNvPr id="37909" name="Freeform 24"/>
              <p:cNvSpPr>
                <a:spLocks/>
              </p:cNvSpPr>
              <p:nvPr/>
            </p:nvSpPr>
            <p:spPr bwMode="auto">
              <a:xfrm>
                <a:off x="359" y="261"/>
                <a:ext cx="193" cy="69"/>
              </a:xfrm>
              <a:custGeom>
                <a:avLst/>
                <a:gdLst>
                  <a:gd name="T0" fmla="*/ 54 w 21600"/>
                  <a:gd name="T1" fmla="*/ 69 h 21600"/>
                  <a:gd name="T2" fmla="*/ 193 w 21600"/>
                  <a:gd name="T3" fmla="*/ 22 h 21600"/>
                  <a:gd name="T4" fmla="*/ 133 w 21600"/>
                  <a:gd name="T5" fmla="*/ 0 h 21600"/>
                  <a:gd name="T6" fmla="*/ 0 w 21600"/>
                  <a:gd name="T7" fmla="*/ 47 h 21600"/>
                  <a:gd name="T8" fmla="*/ 54 w 21600"/>
                  <a:gd name="T9" fmla="*/ 69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6090" y="21600"/>
                    </a:moveTo>
                    <a:lnTo>
                      <a:pt x="21600" y="6861"/>
                    </a:lnTo>
                    <a:lnTo>
                      <a:pt x="14844" y="0"/>
                    </a:lnTo>
                    <a:lnTo>
                      <a:pt x="0" y="14739"/>
                    </a:lnTo>
                    <a:lnTo>
                      <a:pt x="6090" y="21600"/>
                    </a:lnTo>
                  </a:path>
                </a:pathLst>
              </a:custGeom>
              <a:solidFill>
                <a:srgbClr val="00D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10" name="Freeform 25"/>
              <p:cNvSpPr>
                <a:spLocks/>
              </p:cNvSpPr>
              <p:nvPr/>
            </p:nvSpPr>
            <p:spPr bwMode="auto">
              <a:xfrm>
                <a:off x="61" y="0"/>
                <a:ext cx="491" cy="531"/>
              </a:xfrm>
              <a:custGeom>
                <a:avLst/>
                <a:gdLst>
                  <a:gd name="T0" fmla="*/ 156 w 21600"/>
                  <a:gd name="T1" fmla="*/ 53 h 21600"/>
                  <a:gd name="T2" fmla="*/ 353 w 21600"/>
                  <a:gd name="T3" fmla="*/ 0 h 21600"/>
                  <a:gd name="T4" fmla="*/ 353 w 21600"/>
                  <a:gd name="T5" fmla="*/ 330 h 21600"/>
                  <a:gd name="T6" fmla="*/ 491 w 21600"/>
                  <a:gd name="T7" fmla="*/ 282 h 21600"/>
                  <a:gd name="T8" fmla="*/ 269 w 21600"/>
                  <a:gd name="T9" fmla="*/ 531 h 21600"/>
                  <a:gd name="T10" fmla="*/ 0 w 21600"/>
                  <a:gd name="T11" fmla="*/ 451 h 21600"/>
                  <a:gd name="T12" fmla="*/ 156 w 21600"/>
                  <a:gd name="T13" fmla="*/ 398 h 21600"/>
                  <a:gd name="T14" fmla="*/ 156 w 21600"/>
                  <a:gd name="T15" fmla="*/ 53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600" h="21600">
                    <a:moveTo>
                      <a:pt x="6862" y="2153"/>
                    </a:moveTo>
                    <a:lnTo>
                      <a:pt x="15525" y="0"/>
                    </a:lnTo>
                    <a:lnTo>
                      <a:pt x="15525" y="13410"/>
                    </a:lnTo>
                    <a:lnTo>
                      <a:pt x="21600" y="11453"/>
                    </a:lnTo>
                    <a:lnTo>
                      <a:pt x="11850" y="21600"/>
                    </a:lnTo>
                    <a:lnTo>
                      <a:pt x="0" y="18337"/>
                    </a:lnTo>
                    <a:lnTo>
                      <a:pt x="6862" y="16184"/>
                    </a:lnTo>
                    <a:lnTo>
                      <a:pt x="6862" y="2153"/>
                    </a:lnTo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11" name="Freeform 26"/>
              <p:cNvSpPr>
                <a:spLocks/>
              </p:cNvSpPr>
              <p:nvPr/>
            </p:nvSpPr>
            <p:spPr bwMode="auto">
              <a:xfrm>
                <a:off x="0" y="376"/>
                <a:ext cx="213" cy="74"/>
              </a:xfrm>
              <a:custGeom>
                <a:avLst/>
                <a:gdLst>
                  <a:gd name="T0" fmla="*/ 60 w 21600"/>
                  <a:gd name="T1" fmla="*/ 74 h 21600"/>
                  <a:gd name="T2" fmla="*/ 0 w 21600"/>
                  <a:gd name="T3" fmla="*/ 47 h 21600"/>
                  <a:gd name="T4" fmla="*/ 158 w 21600"/>
                  <a:gd name="T5" fmla="*/ 0 h 21600"/>
                  <a:gd name="T6" fmla="*/ 213 w 21600"/>
                  <a:gd name="T7" fmla="*/ 24 h 21600"/>
                  <a:gd name="T8" fmla="*/ 60 w 21600"/>
                  <a:gd name="T9" fmla="*/ 74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6048" y="21600"/>
                    </a:moveTo>
                    <a:lnTo>
                      <a:pt x="0" y="13852"/>
                    </a:lnTo>
                    <a:lnTo>
                      <a:pt x="15984" y="0"/>
                    </a:lnTo>
                    <a:lnTo>
                      <a:pt x="21600" y="7043"/>
                    </a:lnTo>
                    <a:lnTo>
                      <a:pt x="6048" y="21600"/>
                    </a:lnTo>
                  </a:path>
                </a:pathLst>
              </a:custGeom>
              <a:solidFill>
                <a:srgbClr val="00D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12" name="Freeform 27"/>
              <p:cNvSpPr>
                <a:spLocks/>
              </p:cNvSpPr>
              <p:nvPr/>
            </p:nvSpPr>
            <p:spPr bwMode="auto">
              <a:xfrm>
                <a:off x="162" y="26"/>
                <a:ext cx="51" cy="370"/>
              </a:xfrm>
              <a:custGeom>
                <a:avLst/>
                <a:gdLst>
                  <a:gd name="T0" fmla="*/ 0 w 21600"/>
                  <a:gd name="T1" fmla="*/ 344 h 21600"/>
                  <a:gd name="T2" fmla="*/ 51 w 21600"/>
                  <a:gd name="T3" fmla="*/ 370 h 21600"/>
                  <a:gd name="T4" fmla="*/ 51 w 21600"/>
                  <a:gd name="T5" fmla="*/ 26 h 21600"/>
                  <a:gd name="T6" fmla="*/ 0 w 21600"/>
                  <a:gd name="T7" fmla="*/ 0 h 21600"/>
                  <a:gd name="T8" fmla="*/ 0 w 21600"/>
                  <a:gd name="T9" fmla="*/ 344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0101"/>
                    </a:moveTo>
                    <a:lnTo>
                      <a:pt x="21600" y="21600"/>
                    </a:lnTo>
                    <a:lnTo>
                      <a:pt x="21600" y="1546"/>
                    </a:lnTo>
                    <a:lnTo>
                      <a:pt x="0" y="0"/>
                    </a:lnTo>
                    <a:lnTo>
                      <a:pt x="0" y="20101"/>
                    </a:lnTo>
                  </a:path>
                </a:pathLst>
              </a:custGeom>
              <a:solidFill>
                <a:srgbClr val="00B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37899" name="Group 28"/>
            <p:cNvGrpSpPr>
              <a:grpSpLocks/>
            </p:cNvGrpSpPr>
            <p:nvPr/>
          </p:nvGrpSpPr>
          <p:grpSpPr bwMode="auto">
            <a:xfrm>
              <a:off x="41" y="915"/>
              <a:ext cx="648" cy="585"/>
              <a:chOff x="0" y="0"/>
              <a:chExt cx="647" cy="585"/>
            </a:xfrm>
          </p:grpSpPr>
          <p:sp>
            <p:nvSpPr>
              <p:cNvPr id="37904" name="Freeform 29"/>
              <p:cNvSpPr>
                <a:spLocks/>
              </p:cNvSpPr>
              <p:nvPr/>
            </p:nvSpPr>
            <p:spPr bwMode="auto">
              <a:xfrm>
                <a:off x="453" y="349"/>
                <a:ext cx="80" cy="182"/>
              </a:xfrm>
              <a:custGeom>
                <a:avLst/>
                <a:gdLst>
                  <a:gd name="T0" fmla="*/ 80 w 21600"/>
                  <a:gd name="T1" fmla="*/ 182 h 21600"/>
                  <a:gd name="T2" fmla="*/ 80 w 21600"/>
                  <a:gd name="T3" fmla="*/ 52 h 21600"/>
                  <a:gd name="T4" fmla="*/ 0 w 21600"/>
                  <a:gd name="T5" fmla="*/ 0 h 21600"/>
                  <a:gd name="T6" fmla="*/ 0 w 21600"/>
                  <a:gd name="T7" fmla="*/ 130 h 21600"/>
                  <a:gd name="T8" fmla="*/ 80 w 21600"/>
                  <a:gd name="T9" fmla="*/ 182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21600" y="21600"/>
                    </a:moveTo>
                    <a:lnTo>
                      <a:pt x="21600" y="6185"/>
                    </a:lnTo>
                    <a:lnTo>
                      <a:pt x="0" y="0"/>
                    </a:lnTo>
                    <a:lnTo>
                      <a:pt x="0" y="15415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009F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05" name="Freeform 30"/>
              <p:cNvSpPr>
                <a:spLocks/>
              </p:cNvSpPr>
              <p:nvPr/>
            </p:nvSpPr>
            <p:spPr bwMode="auto">
              <a:xfrm>
                <a:off x="84" y="53"/>
                <a:ext cx="563" cy="532"/>
              </a:xfrm>
              <a:custGeom>
                <a:avLst/>
                <a:gdLst>
                  <a:gd name="T0" fmla="*/ 450 w 21600"/>
                  <a:gd name="T1" fmla="*/ 133 h 21600"/>
                  <a:gd name="T2" fmla="*/ 0 w 21600"/>
                  <a:gd name="T3" fmla="*/ 293 h 21600"/>
                  <a:gd name="T4" fmla="*/ 0 w 21600"/>
                  <a:gd name="T5" fmla="*/ 532 h 21600"/>
                  <a:gd name="T6" fmla="*/ 450 w 21600"/>
                  <a:gd name="T7" fmla="*/ 346 h 21600"/>
                  <a:gd name="T8" fmla="*/ 450 w 21600"/>
                  <a:gd name="T9" fmla="*/ 479 h 21600"/>
                  <a:gd name="T10" fmla="*/ 563 w 21600"/>
                  <a:gd name="T11" fmla="*/ 213 h 21600"/>
                  <a:gd name="T12" fmla="*/ 450 w 21600"/>
                  <a:gd name="T13" fmla="*/ 0 h 21600"/>
                  <a:gd name="T14" fmla="*/ 450 w 21600"/>
                  <a:gd name="T15" fmla="*/ 133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600" h="21600">
                    <a:moveTo>
                      <a:pt x="17280" y="5384"/>
                    </a:moveTo>
                    <a:lnTo>
                      <a:pt x="0" y="11877"/>
                    </a:lnTo>
                    <a:lnTo>
                      <a:pt x="0" y="21600"/>
                    </a:lnTo>
                    <a:lnTo>
                      <a:pt x="17280" y="14030"/>
                    </a:lnTo>
                    <a:lnTo>
                      <a:pt x="17280" y="19447"/>
                    </a:lnTo>
                    <a:lnTo>
                      <a:pt x="21600" y="8647"/>
                    </a:lnTo>
                    <a:lnTo>
                      <a:pt x="17280" y="0"/>
                    </a:lnTo>
                    <a:lnTo>
                      <a:pt x="17280" y="5384"/>
                    </a:lnTo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06" name="Freeform 31"/>
              <p:cNvSpPr>
                <a:spLocks/>
              </p:cNvSpPr>
              <p:nvPr/>
            </p:nvSpPr>
            <p:spPr bwMode="auto">
              <a:xfrm>
                <a:off x="0" y="295"/>
                <a:ext cx="77" cy="290"/>
              </a:xfrm>
              <a:custGeom>
                <a:avLst/>
                <a:gdLst>
                  <a:gd name="T0" fmla="*/ 77 w 21600"/>
                  <a:gd name="T1" fmla="*/ 53 h 21600"/>
                  <a:gd name="T2" fmla="*/ 77 w 21600"/>
                  <a:gd name="T3" fmla="*/ 290 h 21600"/>
                  <a:gd name="T4" fmla="*/ 0 w 21600"/>
                  <a:gd name="T5" fmla="*/ 237 h 21600"/>
                  <a:gd name="T6" fmla="*/ 0 w 21600"/>
                  <a:gd name="T7" fmla="*/ 0 h 21600"/>
                  <a:gd name="T8" fmla="*/ 77 w 21600"/>
                  <a:gd name="T9" fmla="*/ 53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21600" y="3949"/>
                    </a:moveTo>
                    <a:lnTo>
                      <a:pt x="21600" y="21600"/>
                    </a:lnTo>
                    <a:lnTo>
                      <a:pt x="0" y="17651"/>
                    </a:lnTo>
                    <a:lnTo>
                      <a:pt x="0" y="0"/>
                    </a:lnTo>
                    <a:lnTo>
                      <a:pt x="21600" y="3949"/>
                    </a:lnTo>
                  </a:path>
                </a:pathLst>
              </a:custGeom>
              <a:solidFill>
                <a:srgbClr val="00D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07" name="Freeform 32"/>
              <p:cNvSpPr>
                <a:spLocks/>
              </p:cNvSpPr>
              <p:nvPr/>
            </p:nvSpPr>
            <p:spPr bwMode="auto">
              <a:xfrm>
                <a:off x="0" y="134"/>
                <a:ext cx="533" cy="209"/>
              </a:xfrm>
              <a:custGeom>
                <a:avLst/>
                <a:gdLst>
                  <a:gd name="T0" fmla="*/ 0 w 21600"/>
                  <a:gd name="T1" fmla="*/ 157 h 21600"/>
                  <a:gd name="T2" fmla="*/ 84 w 21600"/>
                  <a:gd name="T3" fmla="*/ 209 h 21600"/>
                  <a:gd name="T4" fmla="*/ 533 w 21600"/>
                  <a:gd name="T5" fmla="*/ 52 h 21600"/>
                  <a:gd name="T6" fmla="*/ 448 w 21600"/>
                  <a:gd name="T7" fmla="*/ 0 h 21600"/>
                  <a:gd name="T8" fmla="*/ 0 w 21600"/>
                  <a:gd name="T9" fmla="*/ 157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16200"/>
                    </a:moveTo>
                    <a:lnTo>
                      <a:pt x="3387" y="21600"/>
                    </a:lnTo>
                    <a:lnTo>
                      <a:pt x="21600" y="5400"/>
                    </a:lnTo>
                    <a:lnTo>
                      <a:pt x="18144" y="0"/>
                    </a:lnTo>
                    <a:lnTo>
                      <a:pt x="0" y="16200"/>
                    </a:lnTo>
                  </a:path>
                </a:pathLst>
              </a:custGeom>
              <a:solidFill>
                <a:srgbClr val="7FFF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37908" name="Freeform 33"/>
              <p:cNvSpPr>
                <a:spLocks/>
              </p:cNvSpPr>
              <p:nvPr/>
            </p:nvSpPr>
            <p:spPr bwMode="auto">
              <a:xfrm>
                <a:off x="453" y="0"/>
                <a:ext cx="80" cy="181"/>
              </a:xfrm>
              <a:custGeom>
                <a:avLst/>
                <a:gdLst>
                  <a:gd name="T0" fmla="*/ 80 w 21600"/>
                  <a:gd name="T1" fmla="*/ 52 h 21600"/>
                  <a:gd name="T2" fmla="*/ 0 w 21600"/>
                  <a:gd name="T3" fmla="*/ 0 h 21600"/>
                  <a:gd name="T4" fmla="*/ 0 w 21600"/>
                  <a:gd name="T5" fmla="*/ 129 h 21600"/>
                  <a:gd name="T6" fmla="*/ 80 w 21600"/>
                  <a:gd name="T7" fmla="*/ 181 h 21600"/>
                  <a:gd name="T8" fmla="*/ 80 w 21600"/>
                  <a:gd name="T9" fmla="*/ 52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21600" y="6212"/>
                    </a:moveTo>
                    <a:lnTo>
                      <a:pt x="0" y="0"/>
                    </a:lnTo>
                    <a:lnTo>
                      <a:pt x="0" y="15388"/>
                    </a:lnTo>
                    <a:lnTo>
                      <a:pt x="21600" y="21600"/>
                    </a:lnTo>
                    <a:lnTo>
                      <a:pt x="21600" y="6212"/>
                    </a:lnTo>
                  </a:path>
                </a:pathLst>
              </a:custGeom>
              <a:solidFill>
                <a:srgbClr val="00D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sp>
          <p:nvSpPr>
            <p:cNvPr id="37900" name="Rectangle 34"/>
            <p:cNvSpPr>
              <a:spLocks/>
            </p:cNvSpPr>
            <p:nvPr/>
          </p:nvSpPr>
          <p:spPr bwMode="auto">
            <a:xfrm>
              <a:off x="118" y="144"/>
              <a:ext cx="9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686" bIns="0">
              <a:spAutoFit/>
            </a:bodyPr>
            <a:lstStyle/>
            <a:p>
              <a:pPr marL="38100"/>
              <a:r>
                <a:rPr lang="en-US" sz="2400">
                  <a:solidFill>
                    <a:schemeClr val="tx1"/>
                  </a:solidFill>
                  <a:latin typeface="Helvetica" charset="0"/>
                  <a:ea typeface="ＭＳ Ｐゴシック" charset="0"/>
                  <a:sym typeface="Helvetica" charset="0"/>
                </a:rPr>
                <a:t>requisitos</a:t>
              </a:r>
            </a:p>
          </p:txBody>
        </p:sp>
        <p:sp>
          <p:nvSpPr>
            <p:cNvPr id="37901" name="Rectangle 35"/>
            <p:cNvSpPr>
              <a:spLocks/>
            </p:cNvSpPr>
            <p:nvPr/>
          </p:nvSpPr>
          <p:spPr bwMode="auto">
            <a:xfrm>
              <a:off x="1555" y="1521"/>
              <a:ext cx="7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686" bIns="0">
              <a:spAutoFit/>
            </a:bodyPr>
            <a:lstStyle/>
            <a:p>
              <a:pPr marL="38100"/>
              <a:r>
                <a:rPr lang="en-US" sz="2400">
                  <a:solidFill>
                    <a:schemeClr val="tx1"/>
                  </a:solidFill>
                  <a:latin typeface="Helvetica" charset="0"/>
                  <a:ea typeface="ＭＳ Ｐゴシック" charset="0"/>
                  <a:sym typeface="Helvetica" charset="0"/>
                </a:rPr>
                <a:t>eventos</a:t>
              </a:r>
            </a:p>
          </p:txBody>
        </p:sp>
        <p:sp>
          <p:nvSpPr>
            <p:cNvPr id="37902" name="Rectangle 36"/>
            <p:cNvSpPr>
              <a:spLocks/>
            </p:cNvSpPr>
            <p:nvPr/>
          </p:nvSpPr>
          <p:spPr bwMode="auto">
            <a:xfrm>
              <a:off x="103" y="1489"/>
              <a:ext cx="8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686" bIns="0">
              <a:spAutoFit/>
            </a:bodyPr>
            <a:lstStyle/>
            <a:p>
              <a:pPr marL="38100"/>
              <a:r>
                <a:rPr lang="en-US" sz="2400">
                  <a:solidFill>
                    <a:schemeClr val="tx1"/>
                  </a:solidFill>
                  <a:latin typeface="Helvetica" charset="0"/>
                  <a:ea typeface="ＭＳ Ｐゴシック" charset="0"/>
                  <a:sym typeface="Helvetica" charset="0"/>
                </a:rPr>
                <a:t>entradas</a:t>
              </a:r>
            </a:p>
          </p:txBody>
        </p:sp>
        <p:sp>
          <p:nvSpPr>
            <p:cNvPr id="37903" name="Rectangle 37"/>
            <p:cNvSpPr>
              <a:spLocks/>
            </p:cNvSpPr>
            <p:nvPr/>
          </p:nvSpPr>
          <p:spPr bwMode="auto">
            <a:xfrm>
              <a:off x="2252" y="771"/>
              <a:ext cx="64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9686" bIns="0">
              <a:spAutoFit/>
            </a:bodyPr>
            <a:lstStyle/>
            <a:p>
              <a:pPr marL="38100"/>
              <a:r>
                <a:rPr lang="en-US" sz="2400">
                  <a:solidFill>
                    <a:schemeClr val="tx1"/>
                  </a:solidFill>
                  <a:latin typeface="Helvetica" charset="0"/>
                  <a:ea typeface="ＭＳ Ｐゴシック" charset="0"/>
                  <a:sym typeface="Helvetica" charset="0"/>
                </a:rPr>
                <a:t>saídas</a:t>
              </a:r>
            </a:p>
          </p:txBody>
        </p:sp>
      </p:grpSp>
      <p:sp>
        <p:nvSpPr>
          <p:cNvPr id="37" name="Rectangle 4"/>
          <p:cNvSpPr>
            <a:spLocks noGrp="1" noChangeArrowheads="1"/>
          </p:cNvSpPr>
          <p:nvPr>
            <p:ph type="title"/>
          </p:nvPr>
        </p:nvSpPr>
        <p:spPr>
          <a:xfrm>
            <a:off x="1043490" y="789124"/>
            <a:ext cx="7024744" cy="801136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 dirty="0" smtClean="0"/>
              <a:t>2ª) </a:t>
            </a:r>
            <a:r>
              <a:rPr lang="en-US" dirty="0" err="1" smtClean="0"/>
              <a:t>Teste</a:t>
            </a:r>
            <a:r>
              <a:rPr lang="en-US" dirty="0" smtClean="0"/>
              <a:t> </a:t>
            </a:r>
            <a:r>
              <a:rPr lang="en-US" dirty="0" err="1"/>
              <a:t>caixa</a:t>
            </a:r>
            <a:r>
              <a:rPr lang="en-US" dirty="0"/>
              <a:t> </a:t>
            </a:r>
            <a:r>
              <a:rPr lang="en-US" dirty="0" err="1" smtClean="0"/>
              <a:t>preta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17571" y="1554171"/>
            <a:ext cx="8179904" cy="4810456"/>
          </a:xfrm>
        </p:spPr>
        <p:txBody>
          <a:bodyPr rIns="132080"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sz="2000" dirty="0" err="1"/>
              <a:t>Método</a:t>
            </a:r>
            <a:r>
              <a:rPr lang="en-US" sz="2000" dirty="0"/>
              <a:t> </a:t>
            </a:r>
            <a:r>
              <a:rPr lang="en-US" sz="2000" dirty="0" err="1"/>
              <a:t>para</a:t>
            </a:r>
            <a:r>
              <a:rPr lang="en-US" sz="2000" dirty="0"/>
              <a:t> </a:t>
            </a:r>
            <a:r>
              <a:rPr lang="en-US" sz="2000" dirty="0" err="1"/>
              <a:t>projeto</a:t>
            </a:r>
            <a:r>
              <a:rPr lang="en-US" sz="2000" dirty="0"/>
              <a:t> de um </a:t>
            </a:r>
            <a:r>
              <a:rPr lang="en-US" sz="2000" dirty="0" err="1"/>
              <a:t>caso</a:t>
            </a:r>
            <a:r>
              <a:rPr lang="en-US" sz="2000" dirty="0"/>
              <a:t> de </a:t>
            </a:r>
            <a:r>
              <a:rPr lang="en-US" sz="2000" dirty="0" err="1"/>
              <a:t>teste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a </a:t>
            </a:r>
            <a:r>
              <a:rPr lang="en-US" sz="2000" dirty="0" err="1"/>
              <a:t>partir</a:t>
            </a:r>
            <a:r>
              <a:rPr lang="en-US" sz="2000" dirty="0"/>
              <a:t> de um </a:t>
            </a:r>
            <a:r>
              <a:rPr lang="en-US" sz="2000" dirty="0" err="1"/>
              <a:t>conjunto</a:t>
            </a:r>
            <a:r>
              <a:rPr lang="en-US" sz="2000" dirty="0"/>
              <a:t> de </a:t>
            </a:r>
            <a:r>
              <a:rPr lang="en-US" sz="2000" dirty="0" err="1"/>
              <a:t>condições</a:t>
            </a:r>
            <a:r>
              <a:rPr lang="en-US" sz="2000" dirty="0"/>
              <a:t> de </a:t>
            </a:r>
            <a:r>
              <a:rPr lang="en-US" sz="2000" dirty="0" err="1"/>
              <a:t>entradas</a:t>
            </a:r>
            <a:r>
              <a:rPr lang="en-US" sz="2000" dirty="0"/>
              <a:t> </a:t>
            </a:r>
            <a:r>
              <a:rPr lang="en-US" sz="2000" dirty="0" err="1"/>
              <a:t>definidas</a:t>
            </a:r>
            <a:r>
              <a:rPr lang="en-US" sz="2000" dirty="0"/>
              <a:t> </a:t>
            </a:r>
            <a:r>
              <a:rPr lang="en-US" sz="2000" dirty="0" err="1"/>
              <a:t>verifica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completo</a:t>
            </a:r>
            <a:r>
              <a:rPr lang="en-US" sz="2000" dirty="0"/>
              <a:t> </a:t>
            </a:r>
            <a:r>
              <a:rPr lang="en-US" sz="2000" dirty="0" err="1"/>
              <a:t>todos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requisitos</a:t>
            </a:r>
            <a:r>
              <a:rPr lang="en-US" sz="2000" dirty="0"/>
              <a:t> </a:t>
            </a:r>
            <a:r>
              <a:rPr lang="en-US" sz="2000" dirty="0" err="1"/>
              <a:t>funcionais</a:t>
            </a:r>
            <a:r>
              <a:rPr lang="en-US" sz="2000" dirty="0"/>
              <a:t> de um </a:t>
            </a:r>
            <a:r>
              <a:rPr lang="en-US" sz="2000" dirty="0" err="1"/>
              <a:t>programa</a:t>
            </a:r>
            <a:endParaRPr lang="en-US" sz="2000" dirty="0"/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substitui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testes </a:t>
            </a:r>
            <a:r>
              <a:rPr lang="ja-JP" altLang="en-US" sz="2000" dirty="0" smtClean="0">
                <a:latin typeface="Arial"/>
              </a:rPr>
              <a:t>“</a:t>
            </a:r>
            <a:r>
              <a:rPr lang="en-US" sz="2000" dirty="0" err="1" smtClean="0"/>
              <a:t>caixa-branca</a:t>
            </a:r>
            <a:r>
              <a:rPr lang="ja-JP" altLang="en-US" sz="2000" dirty="0">
                <a:latin typeface="Arial"/>
              </a:rPr>
              <a:t>”</a:t>
            </a:r>
            <a:endParaRPr lang="en-US" sz="2000" dirty="0"/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dirty="0"/>
              <a:t>Tem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objetivo</a:t>
            </a:r>
            <a:r>
              <a:rPr lang="en-US" sz="2000" dirty="0"/>
              <a:t>:</a:t>
            </a:r>
          </a:p>
          <a:p>
            <a:pPr marL="947738" lvl="1" eaLnBrk="1" hangingPunct="1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1800" dirty="0" err="1"/>
              <a:t>Identificar</a:t>
            </a:r>
            <a:r>
              <a:rPr lang="en-US" sz="1800" dirty="0"/>
              <a:t> </a:t>
            </a:r>
            <a:r>
              <a:rPr lang="en-US" sz="1800" dirty="0" err="1"/>
              <a:t>ausência</a:t>
            </a:r>
            <a:r>
              <a:rPr lang="en-US" sz="1800" dirty="0"/>
              <a:t> de </a:t>
            </a:r>
            <a:r>
              <a:rPr lang="en-US" sz="1800" dirty="0" err="1"/>
              <a:t>funções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de </a:t>
            </a:r>
            <a:r>
              <a:rPr lang="en-US" sz="1800" dirty="0" err="1"/>
              <a:t>funções</a:t>
            </a:r>
            <a:r>
              <a:rPr lang="en-US" sz="1800" dirty="0"/>
              <a:t> </a:t>
            </a:r>
            <a:r>
              <a:rPr lang="en-US" sz="1800" dirty="0" err="1"/>
              <a:t>incorretas</a:t>
            </a:r>
            <a:endParaRPr lang="en-US" sz="1800" dirty="0"/>
          </a:p>
          <a:p>
            <a:pPr marL="947738" lvl="1" eaLnBrk="1" hangingPunct="1">
              <a:lnSpc>
                <a:spcPct val="90000"/>
              </a:lnSpc>
              <a:spcBef>
                <a:spcPts val="900"/>
              </a:spcBef>
              <a:defRPr/>
            </a:pPr>
            <a:r>
              <a:rPr lang="en-US" sz="1800" dirty="0" err="1"/>
              <a:t>Identificar</a:t>
            </a:r>
            <a:r>
              <a:rPr lang="en-US" sz="1800" dirty="0"/>
              <a:t> </a:t>
            </a:r>
            <a:r>
              <a:rPr lang="en-US" sz="1800" dirty="0" err="1"/>
              <a:t>erros</a:t>
            </a:r>
            <a:r>
              <a:rPr lang="en-US" sz="1800" dirty="0"/>
              <a:t> de interface</a:t>
            </a:r>
          </a:p>
          <a:p>
            <a:pPr marL="947738" lvl="1" eaLnBrk="1" hangingPunct="1">
              <a:lnSpc>
                <a:spcPct val="90000"/>
              </a:lnSpc>
              <a:spcBef>
                <a:spcPts val="900"/>
              </a:spcBef>
              <a:defRPr/>
            </a:pPr>
            <a:r>
              <a:rPr lang="en-US" sz="1800" dirty="0" err="1"/>
              <a:t>Identificar</a:t>
            </a:r>
            <a:r>
              <a:rPr lang="en-US" sz="1800" dirty="0"/>
              <a:t> </a:t>
            </a:r>
            <a:r>
              <a:rPr lang="en-US" sz="1800" dirty="0" err="1"/>
              <a:t>erros</a:t>
            </a:r>
            <a:r>
              <a:rPr lang="en-US" sz="1800" dirty="0"/>
              <a:t> de </a:t>
            </a:r>
            <a:r>
              <a:rPr lang="en-US" sz="1800" dirty="0" err="1"/>
              <a:t>estruturas</a:t>
            </a:r>
            <a:r>
              <a:rPr lang="en-US" sz="1800" dirty="0"/>
              <a:t> de dados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acesso</a:t>
            </a:r>
            <a:r>
              <a:rPr lang="en-US" sz="1800" dirty="0"/>
              <a:t> </a:t>
            </a:r>
            <a:r>
              <a:rPr lang="en-US" sz="1800" dirty="0" err="1"/>
              <a:t>externo</a:t>
            </a:r>
            <a:r>
              <a:rPr lang="en-US" sz="1800" dirty="0"/>
              <a:t> a base de dados</a:t>
            </a:r>
          </a:p>
          <a:p>
            <a:pPr marL="947738" lvl="1" eaLnBrk="1" hangingPunct="1">
              <a:lnSpc>
                <a:spcPct val="90000"/>
              </a:lnSpc>
              <a:spcBef>
                <a:spcPts val="900"/>
              </a:spcBef>
              <a:defRPr/>
            </a:pPr>
            <a:r>
              <a:rPr lang="en-US" sz="1800" dirty="0" err="1"/>
              <a:t>Identificar</a:t>
            </a:r>
            <a:r>
              <a:rPr lang="en-US" sz="1800" dirty="0"/>
              <a:t> </a:t>
            </a:r>
            <a:r>
              <a:rPr lang="en-US" sz="1800" dirty="0" err="1"/>
              <a:t>erros</a:t>
            </a:r>
            <a:r>
              <a:rPr lang="en-US" sz="1800" dirty="0"/>
              <a:t> de </a:t>
            </a:r>
            <a:r>
              <a:rPr lang="en-US" sz="1800" dirty="0" err="1"/>
              <a:t>comportamento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de performance</a:t>
            </a:r>
          </a:p>
          <a:p>
            <a:pPr marL="947738" lvl="1" eaLnBrk="1" hangingPunct="1">
              <a:lnSpc>
                <a:spcPct val="90000"/>
              </a:lnSpc>
              <a:spcBef>
                <a:spcPts val="900"/>
              </a:spcBef>
              <a:defRPr/>
            </a:pPr>
            <a:r>
              <a:rPr lang="en-US" sz="1800" dirty="0" err="1"/>
              <a:t>Identificar</a:t>
            </a:r>
            <a:r>
              <a:rPr lang="en-US" sz="1800" dirty="0"/>
              <a:t> </a:t>
            </a:r>
            <a:r>
              <a:rPr lang="en-US" sz="1800" dirty="0" err="1"/>
              <a:t>erros</a:t>
            </a:r>
            <a:r>
              <a:rPr lang="en-US" sz="1800" dirty="0"/>
              <a:t> de </a:t>
            </a:r>
            <a:r>
              <a:rPr lang="en-US" sz="1800" dirty="0" err="1"/>
              <a:t>inicialização</a:t>
            </a:r>
            <a:r>
              <a:rPr lang="en-US" sz="1800" dirty="0"/>
              <a:t> e </a:t>
            </a:r>
            <a:r>
              <a:rPr lang="en-US" sz="1800" dirty="0" err="1"/>
              <a:t>finalização</a:t>
            </a:r>
            <a:r>
              <a:rPr lang="en-US" sz="1800" dirty="0"/>
              <a:t> de </a:t>
            </a:r>
            <a:r>
              <a:rPr lang="en-US" sz="1800" dirty="0" err="1"/>
              <a:t>procedimentos</a:t>
            </a:r>
            <a:endParaRPr lang="en-US" sz="1800" dirty="0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904177"/>
            <a:ext cx="7024744" cy="612964"/>
          </a:xfrm>
        </p:spPr>
        <p:txBody>
          <a:bodyPr rIns="132080">
            <a:normAutofit fontScale="90000"/>
          </a:bodyPr>
          <a:lstStyle/>
          <a:p>
            <a:pPr indent="0" eaLnBrk="1" hangingPunct="1">
              <a:defRPr/>
            </a:pPr>
            <a:r>
              <a:rPr lang="en-US" dirty="0" err="1"/>
              <a:t>Teste</a:t>
            </a:r>
            <a:r>
              <a:rPr lang="en-US" dirty="0"/>
              <a:t> </a:t>
            </a:r>
            <a:r>
              <a:rPr lang="en-US" dirty="0" err="1"/>
              <a:t>caixa</a:t>
            </a:r>
            <a:r>
              <a:rPr lang="en-US" dirty="0"/>
              <a:t> </a:t>
            </a:r>
            <a:r>
              <a:rPr lang="en-US" dirty="0" err="1"/>
              <a:t>preta</a:t>
            </a:r>
            <a:endParaRPr lang="en-US" dirty="0"/>
          </a:p>
        </p:txBody>
      </p:sp>
      <p:sp>
        <p:nvSpPr>
          <p:cNvPr id="38916" name="Rectangle 6"/>
          <p:cNvSpPr>
            <a:spLocks/>
          </p:cNvSpPr>
          <p:nvPr/>
        </p:nvSpPr>
        <p:spPr bwMode="auto">
          <a:xfrm>
            <a:off x="1266092" y="6174126"/>
            <a:ext cx="648286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>
                <a:solidFill>
                  <a:schemeClr val="tx1"/>
                </a:solidFill>
                <a:ea typeface="ＭＳ Ｐゴシック" charset="0"/>
              </a:rPr>
              <a:t>Slide elaborado pelo Prof. Humberto Torres da PUC Minas 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26</a:t>
            </a: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title"/>
          </p:nvPr>
        </p:nvSpPr>
        <p:spPr/>
        <p:txBody>
          <a:bodyPr rIns="132080">
            <a:normAutofit fontScale="90000"/>
          </a:bodyPr>
          <a:lstStyle/>
          <a:p>
            <a:pPr indent="0" algn="ctr" eaLnBrk="1" hangingPunct="1">
              <a:defRPr/>
            </a:pPr>
            <a:r>
              <a:rPr lang="en-US" dirty="0" err="1"/>
              <a:t>Desculpas</a:t>
            </a:r>
            <a:r>
              <a:rPr lang="en-US" dirty="0"/>
              <a:t> </a:t>
            </a:r>
            <a:r>
              <a:rPr lang="en-US" dirty="0" err="1"/>
              <a:t>usadas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testar</a:t>
            </a:r>
            <a:r>
              <a:rPr lang="en-US" dirty="0"/>
              <a:t> 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 marL="68580" indent="0" algn="just" eaLnBrk="1" hangingPunct="1">
              <a:buNone/>
              <a:defRPr/>
            </a:pPr>
            <a:r>
              <a:rPr lang="ja-JP" altLang="en-US" dirty="0" smtClean="0">
                <a:latin typeface="Arial"/>
              </a:rPr>
              <a:t>“</a:t>
            </a:r>
            <a:r>
              <a:rPr lang="en-US" dirty="0" err="1" smtClean="0"/>
              <a:t>Eu</a:t>
            </a:r>
            <a:r>
              <a:rPr lang="en-US" dirty="0" smtClean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tenho</a:t>
            </a:r>
            <a:r>
              <a:rPr lang="en-US" dirty="0"/>
              <a:t> tempo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testar</a:t>
            </a:r>
            <a:r>
              <a:rPr lang="ja-JP" altLang="en-US" dirty="0" smtClean="0">
                <a:latin typeface="Arial"/>
              </a:rPr>
              <a:t>”</a:t>
            </a:r>
            <a:endParaRPr lang="pt-BR" altLang="ja-JP" dirty="0" smtClean="0">
              <a:latin typeface="Arial"/>
            </a:endParaRPr>
          </a:p>
          <a:p>
            <a:pPr marL="68580" indent="0" algn="just" eaLnBrk="1" hangingPunct="1">
              <a:buNone/>
              <a:defRPr/>
            </a:pPr>
            <a:r>
              <a:rPr lang="pt-BR" dirty="0" smtClean="0">
                <a:latin typeface="Arial"/>
              </a:rPr>
              <a:t>Entretanto....</a:t>
            </a:r>
            <a:endParaRPr lang="en-US" dirty="0"/>
          </a:p>
          <a:p>
            <a:pPr marL="947738" lvl="1" algn="just" eaLnBrk="1" hangingPunct="1">
              <a:defRPr/>
            </a:pPr>
            <a:r>
              <a:rPr lang="en-US" dirty="0"/>
              <a:t>testes </a:t>
            </a:r>
            <a:r>
              <a:rPr lang="en-US" dirty="0" err="1"/>
              <a:t>estabilizam</a:t>
            </a:r>
            <a:r>
              <a:rPr lang="en-US" dirty="0"/>
              <a:t> o </a:t>
            </a:r>
            <a:r>
              <a:rPr lang="en-US" dirty="0" err="1"/>
              <a:t>código</a:t>
            </a:r>
            <a:r>
              <a:rPr lang="en-US" dirty="0"/>
              <a:t> e </a:t>
            </a:r>
            <a:r>
              <a:rPr lang="en-US" dirty="0" err="1"/>
              <a:t>evitam</a:t>
            </a:r>
            <a:r>
              <a:rPr lang="en-US" dirty="0"/>
              <a:t> o </a:t>
            </a:r>
            <a:r>
              <a:rPr lang="en-US" dirty="0" err="1" smtClean="0"/>
              <a:t>retrabalho</a:t>
            </a:r>
            <a:r>
              <a:rPr lang="en-US" dirty="0" smtClean="0"/>
              <a:t>;</a:t>
            </a:r>
            <a:endParaRPr lang="en-US" dirty="0"/>
          </a:p>
          <a:p>
            <a:pPr marL="947738" lvl="1" algn="just" eaLnBrk="1" hangingPunct="1">
              <a:defRPr/>
            </a:pPr>
            <a:r>
              <a:rPr lang="en-US" dirty="0"/>
              <a:t>de 40% a 50% do tempo de </a:t>
            </a:r>
            <a:r>
              <a:rPr lang="en-US" dirty="0" err="1"/>
              <a:t>desenvolvimento</a:t>
            </a:r>
            <a:r>
              <a:rPr lang="en-US" dirty="0"/>
              <a:t> de software,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média</a:t>
            </a:r>
            <a:r>
              <a:rPr lang="en-US" dirty="0"/>
              <a:t>, é </a:t>
            </a:r>
            <a:r>
              <a:rPr lang="en-US" dirty="0" err="1"/>
              <a:t>gasto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retrabalho</a:t>
            </a:r>
            <a:r>
              <a:rPr lang="en-US" dirty="0"/>
              <a:t> </a:t>
            </a:r>
            <a:r>
              <a:rPr lang="en-US" dirty="0" err="1" smtClean="0"/>
              <a:t>evitável</a:t>
            </a:r>
            <a:r>
              <a:rPr lang="en-US" dirty="0" smtClean="0"/>
              <a:t>;</a:t>
            </a:r>
            <a:endParaRPr lang="en-US" dirty="0"/>
          </a:p>
          <a:p>
            <a:pPr marL="947738" lvl="1" algn="just" eaLnBrk="1" hangingPunct="1">
              <a:defRPr/>
            </a:pPr>
            <a:r>
              <a:rPr lang="en-US" dirty="0" err="1"/>
              <a:t>testar</a:t>
            </a:r>
            <a:r>
              <a:rPr lang="en-US" dirty="0"/>
              <a:t> </a:t>
            </a:r>
            <a:r>
              <a:rPr lang="en-US" dirty="0" err="1"/>
              <a:t>faz</a:t>
            </a:r>
            <a:r>
              <a:rPr lang="en-US" dirty="0"/>
              <a:t>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ter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tempo, 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 smtClean="0"/>
              <a:t>menos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27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 rIns="132080">
            <a:normAutofit fontScale="90000"/>
          </a:bodyPr>
          <a:lstStyle/>
          <a:p>
            <a:pPr indent="0" algn="ctr" eaLnBrk="1" hangingPunct="1">
              <a:defRPr/>
            </a:pPr>
            <a:r>
              <a:rPr lang="en-US" dirty="0" err="1"/>
              <a:t>Desculpas</a:t>
            </a:r>
            <a:r>
              <a:rPr lang="en-US" dirty="0"/>
              <a:t> </a:t>
            </a:r>
            <a:r>
              <a:rPr lang="en-US" dirty="0" err="1"/>
              <a:t>usadas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testar</a:t>
            </a:r>
            <a:endParaRPr lang="en-US" dirty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21635" y="2170664"/>
            <a:ext cx="7433763" cy="4101549"/>
          </a:xfrm>
        </p:spPr>
        <p:txBody>
          <a:bodyPr rIns="132080">
            <a:normAutofit/>
          </a:bodyPr>
          <a:lstStyle/>
          <a:p>
            <a:pPr marL="68580" indent="0" algn="just" eaLnBrk="1" hangingPunct="1">
              <a:buNone/>
              <a:defRPr/>
            </a:pPr>
            <a:r>
              <a:rPr lang="ja-JP" altLang="en-US" dirty="0" smtClean="0">
                <a:latin typeface="Arial"/>
              </a:rPr>
              <a:t>“</a:t>
            </a:r>
            <a:r>
              <a:rPr lang="en-US" dirty="0" err="1" smtClean="0"/>
              <a:t>Testar</a:t>
            </a:r>
            <a:r>
              <a:rPr lang="en-US" dirty="0" smtClean="0"/>
              <a:t> </a:t>
            </a:r>
            <a:r>
              <a:rPr lang="en-US" dirty="0"/>
              <a:t>é </a:t>
            </a:r>
            <a:r>
              <a:rPr lang="en-US" dirty="0" err="1"/>
              <a:t>chato</a:t>
            </a:r>
            <a:r>
              <a:rPr lang="en-US" dirty="0"/>
              <a:t> e banal</a:t>
            </a:r>
            <a:r>
              <a:rPr lang="ja-JP" altLang="en-US" dirty="0" smtClean="0">
                <a:latin typeface="Arial"/>
              </a:rPr>
              <a:t>”</a:t>
            </a:r>
            <a:endParaRPr lang="pt-BR" altLang="ja-JP" dirty="0" smtClean="0">
              <a:latin typeface="Arial"/>
            </a:endParaRPr>
          </a:p>
          <a:p>
            <a:pPr marL="68580" indent="0" algn="just">
              <a:buNone/>
              <a:defRPr/>
            </a:pPr>
            <a:r>
              <a:rPr lang="pt-BR" dirty="0">
                <a:latin typeface="Arial"/>
              </a:rPr>
              <a:t>Entretanto....</a:t>
            </a:r>
            <a:endParaRPr lang="en-US" dirty="0"/>
          </a:p>
          <a:p>
            <a:pPr marL="947738" lvl="1" algn="just" eaLnBrk="1" hangingPunct="1">
              <a:defRPr/>
            </a:pPr>
            <a:r>
              <a:rPr lang="en-US" dirty="0" err="1" smtClean="0"/>
              <a:t>descobrir</a:t>
            </a:r>
            <a:r>
              <a:rPr lang="en-US" dirty="0" smtClean="0"/>
              <a:t> </a:t>
            </a:r>
            <a:r>
              <a:rPr lang="en-US" dirty="0"/>
              <a:t>e </a:t>
            </a:r>
            <a:r>
              <a:rPr lang="en-US" dirty="0" err="1"/>
              <a:t>evitar</a:t>
            </a:r>
            <a:r>
              <a:rPr lang="en-US" dirty="0"/>
              <a:t> </a:t>
            </a:r>
            <a:r>
              <a:rPr lang="en-US" dirty="0" err="1"/>
              <a:t>erros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software é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atividade</a:t>
            </a:r>
            <a:r>
              <a:rPr lang="en-US" dirty="0"/>
              <a:t> </a:t>
            </a:r>
            <a:r>
              <a:rPr lang="en-US" dirty="0" err="1"/>
              <a:t>criativa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exige</a:t>
            </a:r>
            <a:r>
              <a:rPr lang="en-US" dirty="0"/>
              <a:t> </a:t>
            </a:r>
            <a:r>
              <a:rPr lang="en-US" dirty="0" err="1"/>
              <a:t>muita</a:t>
            </a:r>
            <a:r>
              <a:rPr lang="en-US" dirty="0"/>
              <a:t> </a:t>
            </a:r>
            <a:r>
              <a:rPr lang="en-US" dirty="0" err="1"/>
              <a:t>habilidade</a:t>
            </a:r>
            <a:r>
              <a:rPr lang="en-US" dirty="0"/>
              <a:t> </a:t>
            </a:r>
            <a:r>
              <a:rPr lang="en-US" dirty="0" smtClean="0"/>
              <a:t>mental;</a:t>
            </a:r>
            <a:endParaRPr lang="en-US" dirty="0"/>
          </a:p>
          <a:p>
            <a:pPr marL="947738" lvl="1" algn="just" eaLnBrk="1" hangingPunct="1">
              <a:defRPr/>
            </a:pPr>
            <a:r>
              <a:rPr lang="en-US" dirty="0" err="1"/>
              <a:t>testar</a:t>
            </a:r>
            <a:r>
              <a:rPr lang="en-US" dirty="0"/>
              <a:t> </a:t>
            </a:r>
            <a:r>
              <a:rPr lang="en-US" dirty="0" err="1"/>
              <a:t>nosso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aumenta</a:t>
            </a:r>
            <a:r>
              <a:rPr lang="en-US" dirty="0"/>
              <a:t> </a:t>
            </a:r>
            <a:r>
              <a:rPr lang="en-US" dirty="0" err="1"/>
              <a:t>nossa</a:t>
            </a:r>
            <a:r>
              <a:rPr lang="en-US" dirty="0"/>
              <a:t> </a:t>
            </a:r>
            <a:r>
              <a:rPr lang="en-US" dirty="0" err="1"/>
              <a:t>confiança</a:t>
            </a:r>
            <a:r>
              <a:rPr lang="en-US" dirty="0"/>
              <a:t> </a:t>
            </a:r>
            <a:r>
              <a:rPr lang="en-US" dirty="0" smtClean="0"/>
              <a:t>no </a:t>
            </a:r>
            <a:r>
              <a:rPr lang="en-US" dirty="0" err="1" smtClean="0"/>
              <a:t>próprio</a:t>
            </a:r>
            <a:r>
              <a:rPr lang="en-US" dirty="0" smtClean="0"/>
              <a:t> </a:t>
            </a:r>
            <a:r>
              <a:rPr lang="en-US" dirty="0" err="1" smtClean="0"/>
              <a:t>trabalho</a:t>
            </a:r>
            <a:r>
              <a:rPr lang="en-US" dirty="0" smtClean="0"/>
              <a:t>;</a:t>
            </a:r>
            <a:endParaRPr lang="en-US" dirty="0"/>
          </a:p>
          <a:p>
            <a:pPr marL="947738" lvl="1" algn="just" eaLnBrk="1" hangingPunct="1">
              <a:defRPr/>
            </a:pPr>
            <a:r>
              <a:rPr lang="en-US" dirty="0" err="1"/>
              <a:t>não</a:t>
            </a:r>
            <a:r>
              <a:rPr lang="en-US" dirty="0"/>
              <a:t> é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seja</a:t>
            </a:r>
            <a:r>
              <a:rPr lang="en-US" dirty="0"/>
              <a:t> </a:t>
            </a:r>
            <a:r>
              <a:rPr lang="en-US" dirty="0" err="1"/>
              <a:t>chato</a:t>
            </a:r>
            <a:r>
              <a:rPr lang="en-US" dirty="0"/>
              <a:t>, </a:t>
            </a:r>
            <a:r>
              <a:rPr lang="en-US" dirty="0" err="1"/>
              <a:t>apenas</a:t>
            </a:r>
            <a:r>
              <a:rPr lang="en-US" dirty="0"/>
              <a:t> </a:t>
            </a:r>
            <a:r>
              <a:rPr lang="en-US" dirty="0" err="1"/>
              <a:t>aterrorizante</a:t>
            </a:r>
            <a:endParaRPr lang="en-US" dirty="0"/>
          </a:p>
          <a:p>
            <a:pPr marL="1344613" lvl="2" algn="just" eaLnBrk="1" hangingPunct="1">
              <a:defRPr/>
            </a:pPr>
            <a:r>
              <a:rPr lang="en-US" sz="1800" dirty="0"/>
              <a:t>um </a:t>
            </a:r>
            <a:r>
              <a:rPr lang="en-US" sz="1800" dirty="0" err="1"/>
              <a:t>fenômeno</a:t>
            </a:r>
            <a:r>
              <a:rPr lang="en-US" sz="1800" dirty="0"/>
              <a:t> </a:t>
            </a:r>
            <a:r>
              <a:rPr lang="en-US" sz="1800" dirty="0" err="1"/>
              <a:t>psicológico</a:t>
            </a:r>
            <a:r>
              <a:rPr lang="en-US" sz="1800" dirty="0"/>
              <a:t> </a:t>
            </a:r>
            <a:r>
              <a:rPr lang="en-US" sz="1800" dirty="0" err="1"/>
              <a:t>conhecido</a:t>
            </a:r>
            <a:r>
              <a:rPr lang="en-US" sz="1800" dirty="0"/>
              <a:t>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i="1" dirty="0" err="1"/>
              <a:t>dissonância</a:t>
            </a:r>
            <a:r>
              <a:rPr lang="en-US" sz="1800" i="1" dirty="0"/>
              <a:t> </a:t>
            </a:r>
            <a:r>
              <a:rPr lang="en-US" sz="1800" i="1" dirty="0" err="1"/>
              <a:t>cognitiva</a:t>
            </a:r>
            <a:r>
              <a:rPr lang="en-US" sz="1800" dirty="0"/>
              <a:t> </a:t>
            </a:r>
            <a:r>
              <a:rPr lang="en-US" sz="1800" dirty="0" err="1"/>
              <a:t>nos</a:t>
            </a:r>
            <a:r>
              <a:rPr lang="en-US" sz="1800" dirty="0"/>
              <a:t> </a:t>
            </a:r>
            <a:r>
              <a:rPr lang="en-US" sz="1800" dirty="0" err="1"/>
              <a:t>faz</a:t>
            </a:r>
            <a:r>
              <a:rPr lang="en-US" sz="1800" dirty="0"/>
              <a:t> </a:t>
            </a:r>
            <a:r>
              <a:rPr lang="en-US" sz="1800" dirty="0" err="1"/>
              <a:t>aversos</a:t>
            </a:r>
            <a:r>
              <a:rPr lang="en-US" sz="1800" dirty="0"/>
              <a:t> a </a:t>
            </a:r>
            <a:r>
              <a:rPr lang="en-US" sz="1800" dirty="0" err="1"/>
              <a:t>encontrarmos</a:t>
            </a:r>
            <a:r>
              <a:rPr lang="en-US" sz="1800" dirty="0"/>
              <a:t> </a:t>
            </a:r>
            <a:r>
              <a:rPr lang="en-US" sz="1800" dirty="0" err="1"/>
              <a:t>defeitos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nossos</a:t>
            </a:r>
            <a:r>
              <a:rPr lang="en-US" sz="1800" dirty="0"/>
              <a:t> </a:t>
            </a:r>
            <a:r>
              <a:rPr lang="en-US" sz="1800" dirty="0" err="1"/>
              <a:t>próprios</a:t>
            </a:r>
            <a:r>
              <a:rPr lang="en-US" sz="1800" dirty="0"/>
              <a:t> </a:t>
            </a:r>
            <a:r>
              <a:rPr lang="en-US" sz="1800" dirty="0" err="1"/>
              <a:t>códigos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28</a:t>
            </a: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789125"/>
            <a:ext cx="7024744" cy="1143000"/>
          </a:xfrm>
        </p:spPr>
        <p:txBody>
          <a:bodyPr rIns="132080">
            <a:normAutofit fontScale="90000"/>
          </a:bodyPr>
          <a:lstStyle/>
          <a:p>
            <a:pPr indent="0" algn="ctr" eaLnBrk="1" hangingPunct="1">
              <a:defRPr/>
            </a:pPr>
            <a:r>
              <a:rPr lang="en-US" dirty="0" err="1"/>
              <a:t>Desculpas</a:t>
            </a:r>
            <a:r>
              <a:rPr lang="en-US" dirty="0"/>
              <a:t> </a:t>
            </a:r>
            <a:r>
              <a:rPr lang="en-US" dirty="0" err="1"/>
              <a:t>usadas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testar</a:t>
            </a:r>
            <a:endParaRPr lang="en-US" dirty="0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48140" y="1963151"/>
            <a:ext cx="7673008" cy="4455112"/>
          </a:xfrm>
        </p:spPr>
        <p:txBody>
          <a:bodyPr rIns="132080">
            <a:noAutofit/>
          </a:bodyPr>
          <a:lstStyle/>
          <a:p>
            <a:pPr marL="68580" indent="0" algn="just" eaLnBrk="1" hangingPunct="1">
              <a:buNone/>
              <a:defRPr/>
            </a:pPr>
            <a:r>
              <a:rPr lang="ja-JP" altLang="en-US" sz="2800" dirty="0">
                <a:latin typeface="Arial"/>
              </a:rPr>
              <a:t>“</a:t>
            </a:r>
            <a:r>
              <a:rPr lang="en-US" sz="2800" dirty="0" err="1"/>
              <a:t>Meu</a:t>
            </a:r>
            <a:r>
              <a:rPr lang="en-US" sz="2800" dirty="0"/>
              <a:t> </a:t>
            </a:r>
            <a:r>
              <a:rPr lang="en-US" sz="2800" dirty="0" err="1"/>
              <a:t>código</a:t>
            </a:r>
            <a:r>
              <a:rPr lang="en-US" sz="2800" dirty="0"/>
              <a:t> </a:t>
            </a:r>
            <a:r>
              <a:rPr lang="en-US" sz="2800" dirty="0" err="1"/>
              <a:t>não</a:t>
            </a:r>
            <a:r>
              <a:rPr lang="en-US" sz="2800" dirty="0"/>
              <a:t> tem </a:t>
            </a:r>
            <a:r>
              <a:rPr lang="en-US" sz="2800" dirty="0" err="1"/>
              <a:t>defeitos</a:t>
            </a:r>
            <a:r>
              <a:rPr lang="ja-JP" altLang="en-US" sz="2800" dirty="0" smtClean="0">
                <a:latin typeface="Arial"/>
              </a:rPr>
              <a:t>”</a:t>
            </a:r>
            <a:endParaRPr lang="pt-BR" altLang="ja-JP" sz="2800" dirty="0" smtClean="0">
              <a:latin typeface="Arial"/>
            </a:endParaRPr>
          </a:p>
          <a:p>
            <a:pPr marL="68580" indent="0" algn="just">
              <a:buNone/>
              <a:defRPr/>
            </a:pPr>
            <a:r>
              <a:rPr lang="pt-BR" sz="2800" dirty="0">
                <a:latin typeface="Arial"/>
              </a:rPr>
              <a:t>Entretanto</a:t>
            </a:r>
            <a:r>
              <a:rPr lang="pt-BR" sz="2800" dirty="0" smtClean="0">
                <a:latin typeface="Arial"/>
              </a:rPr>
              <a:t>....</a:t>
            </a:r>
            <a:endParaRPr lang="en-US" sz="2800" dirty="0"/>
          </a:p>
          <a:p>
            <a:pPr marL="947738" lvl="1" algn="just" eaLnBrk="1" hangingPunct="1">
              <a:defRPr/>
            </a:pPr>
            <a:r>
              <a:rPr lang="en-US" sz="2800" dirty="0"/>
              <a:t>entre 40% e 50% dos </a:t>
            </a:r>
            <a:r>
              <a:rPr lang="en-US" sz="2800" dirty="0" err="1"/>
              <a:t>sistemas</a:t>
            </a:r>
            <a:r>
              <a:rPr lang="en-US" sz="2800" dirty="0"/>
              <a:t> de software </a:t>
            </a:r>
            <a:r>
              <a:rPr lang="en-US" sz="2800" dirty="0" err="1"/>
              <a:t>em</a:t>
            </a:r>
            <a:r>
              <a:rPr lang="en-US" sz="2800" dirty="0"/>
              <a:t> </a:t>
            </a:r>
            <a:r>
              <a:rPr lang="en-US" sz="2800" dirty="0" err="1"/>
              <a:t>operação</a:t>
            </a:r>
            <a:r>
              <a:rPr lang="en-US" sz="2800" dirty="0"/>
              <a:t> </a:t>
            </a:r>
            <a:r>
              <a:rPr lang="en-US" sz="2800" dirty="0" err="1"/>
              <a:t>contém</a:t>
            </a:r>
            <a:r>
              <a:rPr lang="en-US" sz="2800" dirty="0"/>
              <a:t> </a:t>
            </a:r>
            <a:r>
              <a:rPr lang="en-US" sz="2800" dirty="0" err="1"/>
              <a:t>defeitos</a:t>
            </a:r>
            <a:r>
              <a:rPr lang="en-US" sz="2800" dirty="0"/>
              <a:t> </a:t>
            </a:r>
            <a:r>
              <a:rPr lang="en-US" sz="2800" dirty="0" err="1"/>
              <a:t>não</a:t>
            </a:r>
            <a:r>
              <a:rPr lang="en-US" sz="2800" dirty="0"/>
              <a:t> </a:t>
            </a:r>
            <a:r>
              <a:rPr lang="en-US" sz="2800" dirty="0" err="1"/>
              <a:t>triviais</a:t>
            </a:r>
            <a:endParaRPr lang="en-US" sz="2800" dirty="0"/>
          </a:p>
          <a:p>
            <a:pPr marL="947738" lvl="1" algn="just" eaLnBrk="1" hangingPunct="1">
              <a:defRPr/>
            </a:pPr>
            <a:r>
              <a:rPr lang="en-US" sz="2800" dirty="0" err="1"/>
              <a:t>mesmo</a:t>
            </a:r>
            <a:r>
              <a:rPr lang="en-US" sz="2800" dirty="0"/>
              <a:t> </a:t>
            </a:r>
            <a:r>
              <a:rPr lang="en-US" sz="2800" dirty="0" err="1"/>
              <a:t>que</a:t>
            </a:r>
            <a:r>
              <a:rPr lang="en-US" sz="2800" dirty="0"/>
              <a:t> </a:t>
            </a:r>
            <a:r>
              <a:rPr lang="en-US" sz="2800" dirty="0" err="1"/>
              <a:t>ele</a:t>
            </a:r>
            <a:r>
              <a:rPr lang="en-US" sz="2800" dirty="0"/>
              <a:t> </a:t>
            </a:r>
            <a:r>
              <a:rPr lang="en-US" sz="2800" dirty="0" err="1"/>
              <a:t>não</a:t>
            </a:r>
            <a:r>
              <a:rPr lang="en-US" sz="2800" dirty="0"/>
              <a:t> </a:t>
            </a:r>
            <a:r>
              <a:rPr lang="en-US" sz="2800" dirty="0" err="1"/>
              <a:t>tenha</a:t>
            </a:r>
            <a:r>
              <a:rPr lang="en-US" sz="2800" dirty="0"/>
              <a:t> </a:t>
            </a:r>
            <a:r>
              <a:rPr lang="en-US" sz="2800" dirty="0" err="1"/>
              <a:t>mesmo</a:t>
            </a:r>
            <a:r>
              <a:rPr lang="en-US" sz="2800" dirty="0"/>
              <a:t> </a:t>
            </a:r>
            <a:r>
              <a:rPr lang="en-US" sz="2800" dirty="0" err="1"/>
              <a:t>defeitos</a:t>
            </a:r>
            <a:r>
              <a:rPr lang="en-US" sz="2800" dirty="0"/>
              <a:t>, </a:t>
            </a:r>
            <a:r>
              <a:rPr lang="en-US" sz="2800" dirty="0" err="1"/>
              <a:t>será</a:t>
            </a:r>
            <a:r>
              <a:rPr lang="en-US" sz="2800" dirty="0"/>
              <a:t> </a:t>
            </a:r>
            <a:r>
              <a:rPr lang="en-US" sz="2800" dirty="0" err="1"/>
              <a:t>que</a:t>
            </a:r>
            <a:r>
              <a:rPr lang="en-US" sz="2800" dirty="0"/>
              <a:t> </a:t>
            </a:r>
            <a:r>
              <a:rPr lang="en-US" sz="2800" dirty="0" err="1"/>
              <a:t>ele</a:t>
            </a:r>
            <a:r>
              <a:rPr lang="en-US" sz="2800" dirty="0"/>
              <a:t> continua </a:t>
            </a:r>
            <a:r>
              <a:rPr lang="en-US" sz="2800" dirty="0" err="1"/>
              <a:t>sem</a:t>
            </a:r>
            <a:r>
              <a:rPr lang="en-US" sz="2800" dirty="0"/>
              <a:t> </a:t>
            </a:r>
            <a:r>
              <a:rPr lang="en-US" sz="2800" dirty="0" err="1"/>
              <a:t>defeitos</a:t>
            </a:r>
            <a:r>
              <a:rPr lang="en-US" sz="2800" dirty="0"/>
              <a:t> </a:t>
            </a:r>
            <a:r>
              <a:rPr lang="en-US" sz="2800" dirty="0" err="1"/>
              <a:t>após</a:t>
            </a:r>
            <a:r>
              <a:rPr lang="en-US" sz="2800" dirty="0"/>
              <a:t> </a:t>
            </a:r>
            <a:r>
              <a:rPr lang="en-US" sz="2800" dirty="0" err="1"/>
              <a:t>aquela</a:t>
            </a:r>
            <a:r>
              <a:rPr lang="en-US" sz="2800" dirty="0"/>
              <a:t> </a:t>
            </a:r>
            <a:r>
              <a:rPr lang="en-US" sz="2800" dirty="0" err="1"/>
              <a:t>pequena</a:t>
            </a:r>
            <a:r>
              <a:rPr lang="en-US" sz="2800" dirty="0"/>
              <a:t> </a:t>
            </a:r>
            <a:r>
              <a:rPr lang="en-US" sz="2800" dirty="0" err="1"/>
              <a:t>mudança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classe</a:t>
            </a:r>
            <a:r>
              <a:rPr lang="en-US" sz="2800" dirty="0"/>
              <a:t> 213?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29</a:t>
            </a:r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643351"/>
            <a:ext cx="7024744" cy="1143000"/>
          </a:xfrm>
        </p:spPr>
        <p:txBody>
          <a:bodyPr rIns="132080">
            <a:normAutofit fontScale="90000"/>
          </a:bodyPr>
          <a:lstStyle/>
          <a:p>
            <a:pPr indent="0" algn="ctr" eaLnBrk="1" hangingPunct="1">
              <a:defRPr/>
            </a:pPr>
            <a:r>
              <a:rPr lang="en-US" dirty="0" err="1"/>
              <a:t>Desculpas</a:t>
            </a:r>
            <a:r>
              <a:rPr lang="en-US" dirty="0"/>
              <a:t> </a:t>
            </a:r>
            <a:r>
              <a:rPr lang="en-US" dirty="0" err="1"/>
              <a:t>usadas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testar</a:t>
            </a:r>
            <a:endParaRPr lang="en-US" dirty="0"/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82111" y="1786351"/>
            <a:ext cx="8018549" cy="4631912"/>
          </a:xfrm>
        </p:spPr>
        <p:txBody>
          <a:bodyPr rIns="132080">
            <a:normAutofit/>
          </a:bodyPr>
          <a:lstStyle/>
          <a:p>
            <a:pPr marL="68580" indent="0" eaLnBrk="1" hangingPunct="1">
              <a:buNone/>
              <a:defRPr/>
            </a:pPr>
            <a:r>
              <a:rPr lang="ja-JP" altLang="en-US" sz="2400" dirty="0">
                <a:latin typeface="Arial"/>
              </a:rPr>
              <a:t>“</a:t>
            </a:r>
            <a:r>
              <a:rPr lang="en-US" sz="2400" dirty="0"/>
              <a:t>O </a:t>
            </a:r>
            <a:r>
              <a:rPr lang="en-US" sz="2400" dirty="0" err="1"/>
              <a:t>grupo</a:t>
            </a:r>
            <a:r>
              <a:rPr lang="en-US" sz="2400" dirty="0"/>
              <a:t> de testes </a:t>
            </a:r>
            <a:r>
              <a:rPr lang="en-US" sz="2400" dirty="0" err="1"/>
              <a:t>faz</a:t>
            </a:r>
            <a:r>
              <a:rPr lang="en-US" sz="2400" dirty="0"/>
              <a:t> </a:t>
            </a:r>
            <a:r>
              <a:rPr lang="en-US" sz="2400" dirty="0" err="1"/>
              <a:t>os</a:t>
            </a:r>
            <a:r>
              <a:rPr lang="en-US" sz="2400" dirty="0"/>
              <a:t> testes; </a:t>
            </a:r>
            <a:r>
              <a:rPr lang="en-US" sz="2400" dirty="0" err="1"/>
              <a:t>eles</a:t>
            </a:r>
            <a:r>
              <a:rPr lang="en-US" sz="2400" dirty="0"/>
              <a:t> </a:t>
            </a:r>
            <a:r>
              <a:rPr lang="en-US" sz="2400" dirty="0" err="1"/>
              <a:t>são</a:t>
            </a:r>
            <a:r>
              <a:rPr lang="en-US" sz="2400" dirty="0"/>
              <a:t> </a:t>
            </a:r>
            <a:r>
              <a:rPr lang="en-US" sz="2400" dirty="0" err="1"/>
              <a:t>muito</a:t>
            </a:r>
            <a:r>
              <a:rPr lang="en-US" sz="2400" dirty="0"/>
              <a:t> </a:t>
            </a:r>
            <a:r>
              <a:rPr lang="en-US" sz="2400" dirty="0" err="1"/>
              <a:t>melhores</a:t>
            </a:r>
            <a:r>
              <a:rPr lang="en-US" sz="2400" dirty="0"/>
              <a:t> </a:t>
            </a:r>
            <a:r>
              <a:rPr lang="en-US" sz="2400" dirty="0" err="1"/>
              <a:t>nisso</a:t>
            </a:r>
            <a:r>
              <a:rPr lang="en-US" sz="2400" dirty="0"/>
              <a:t> do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eu</a:t>
            </a:r>
            <a:r>
              <a:rPr lang="ja-JP" altLang="en-US" sz="2400" dirty="0" smtClean="0">
                <a:latin typeface="Arial"/>
              </a:rPr>
              <a:t>”</a:t>
            </a:r>
            <a:endParaRPr lang="pt-BR" altLang="ja-JP" sz="2400" dirty="0" smtClean="0">
              <a:latin typeface="Arial"/>
            </a:endParaRPr>
          </a:p>
          <a:p>
            <a:pPr marL="68580" indent="0">
              <a:buNone/>
              <a:defRPr/>
            </a:pPr>
            <a:r>
              <a:rPr lang="pt-BR" dirty="0">
                <a:latin typeface="Arial"/>
              </a:rPr>
              <a:t>Entretanto....</a:t>
            </a:r>
            <a:endParaRPr lang="en-US" dirty="0"/>
          </a:p>
          <a:p>
            <a:pPr marL="947738" lvl="1" algn="just" eaLnBrk="1" hangingPunct="1">
              <a:defRPr/>
            </a:pPr>
            <a:r>
              <a:rPr lang="en-US" sz="2000" dirty="0" err="1" smtClean="0"/>
              <a:t>testar</a:t>
            </a:r>
            <a:r>
              <a:rPr lang="en-US" sz="2000" dirty="0" smtClean="0"/>
              <a:t> </a:t>
            </a:r>
            <a:r>
              <a:rPr lang="en-US" sz="2000" dirty="0"/>
              <a:t>um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não</a:t>
            </a:r>
            <a:r>
              <a:rPr lang="en-US" sz="2000" dirty="0"/>
              <a:t> é </a:t>
            </a:r>
            <a:r>
              <a:rPr lang="en-US" sz="2000" dirty="0" err="1"/>
              <a:t>suficiente</a:t>
            </a:r>
            <a:r>
              <a:rPr lang="en-US" sz="2000" dirty="0"/>
              <a:t> </a:t>
            </a:r>
            <a:r>
              <a:rPr lang="en-US" sz="2000" dirty="0" err="1"/>
              <a:t>para</a:t>
            </a:r>
            <a:r>
              <a:rPr lang="en-US" sz="2000" dirty="0"/>
              <a:t> </a:t>
            </a:r>
            <a:r>
              <a:rPr lang="en-US" sz="2000" dirty="0" err="1"/>
              <a:t>descobrir</a:t>
            </a:r>
            <a:r>
              <a:rPr lang="en-US" sz="2000" dirty="0"/>
              <a:t> </a:t>
            </a:r>
            <a:r>
              <a:rPr lang="en-US" sz="2000" dirty="0" err="1"/>
              <a:t>erros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seus</a:t>
            </a:r>
            <a:r>
              <a:rPr lang="en-US" sz="2000" dirty="0"/>
              <a:t> </a:t>
            </a:r>
            <a:r>
              <a:rPr lang="en-US" sz="2000" dirty="0" err="1"/>
              <a:t>componentes</a:t>
            </a:r>
            <a:endParaRPr lang="en-US" sz="2000" dirty="0"/>
          </a:p>
          <a:p>
            <a:pPr marL="947738" lvl="1" eaLnBrk="1" hangingPunct="1">
              <a:defRPr/>
            </a:pP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programador</a:t>
            </a:r>
            <a:r>
              <a:rPr lang="en-US" sz="2000" dirty="0"/>
              <a:t> </a:t>
            </a:r>
            <a:r>
              <a:rPr lang="en-US" sz="2000" dirty="0" err="1"/>
              <a:t>deve</a:t>
            </a:r>
            <a:r>
              <a:rPr lang="en-US" sz="2000" dirty="0"/>
              <a:t> </a:t>
            </a:r>
            <a:r>
              <a:rPr lang="en-US" sz="2000" dirty="0" err="1"/>
              <a:t>ser</a:t>
            </a:r>
            <a:r>
              <a:rPr lang="en-US" sz="2000" dirty="0"/>
              <a:t> </a:t>
            </a:r>
            <a:r>
              <a:rPr lang="en-US" sz="2000" dirty="0" err="1"/>
              <a:t>responsável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testar</a:t>
            </a:r>
            <a:r>
              <a:rPr lang="en-US" sz="2000" dirty="0"/>
              <a:t> </a:t>
            </a:r>
            <a:r>
              <a:rPr lang="en-US" sz="2000" dirty="0" err="1"/>
              <a:t>seus</a:t>
            </a:r>
            <a:r>
              <a:rPr lang="en-US" sz="2000" dirty="0"/>
              <a:t> </a:t>
            </a:r>
            <a:r>
              <a:rPr lang="en-US" sz="2000" dirty="0" err="1"/>
              <a:t>componentes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um </a:t>
            </a:r>
            <a:r>
              <a:rPr lang="en-US" sz="2000" dirty="0" err="1"/>
              <a:t>ambiente</a:t>
            </a:r>
            <a:r>
              <a:rPr lang="en-US" sz="2000" dirty="0"/>
              <a:t> </a:t>
            </a:r>
            <a:r>
              <a:rPr lang="en-US" sz="2000" dirty="0" err="1"/>
              <a:t>isolado</a:t>
            </a:r>
            <a:endParaRPr lang="en-US" sz="2000" dirty="0"/>
          </a:p>
          <a:p>
            <a:pPr marL="947738" lvl="1" algn="just" eaLnBrk="1" hangingPunct="1">
              <a:defRPr/>
            </a:pPr>
            <a:r>
              <a:rPr lang="en-US" sz="2000" dirty="0" err="1"/>
              <a:t>erros</a:t>
            </a:r>
            <a:r>
              <a:rPr lang="en-US" sz="2000" dirty="0"/>
              <a:t> </a:t>
            </a:r>
            <a:r>
              <a:rPr lang="en-US" sz="2000" dirty="0" err="1"/>
              <a:t>encontrados</a:t>
            </a:r>
            <a:r>
              <a:rPr lang="en-US" sz="2000" dirty="0"/>
              <a:t> antes do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entrar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testes </a:t>
            </a:r>
            <a:r>
              <a:rPr lang="en-US" sz="2000" dirty="0" err="1"/>
              <a:t>formais</a:t>
            </a:r>
            <a:r>
              <a:rPr lang="en-US" sz="2000" dirty="0"/>
              <a:t> </a:t>
            </a:r>
            <a:r>
              <a:rPr lang="en-US" sz="2000" dirty="0" err="1"/>
              <a:t>podem</a:t>
            </a:r>
            <a:r>
              <a:rPr lang="en-US" sz="2000" dirty="0"/>
              <a:t> </a:t>
            </a:r>
            <a:r>
              <a:rPr lang="en-US" sz="2000" dirty="0" err="1"/>
              <a:t>ser</a:t>
            </a:r>
            <a:r>
              <a:rPr lang="en-US" sz="2000" dirty="0"/>
              <a:t> </a:t>
            </a:r>
            <a:r>
              <a:rPr lang="en-US" sz="2000" dirty="0" err="1"/>
              <a:t>consertados</a:t>
            </a:r>
            <a:r>
              <a:rPr lang="en-US" sz="2000" dirty="0"/>
              <a:t> a um </a:t>
            </a:r>
            <a:r>
              <a:rPr lang="en-US" sz="2000" dirty="0" err="1"/>
              <a:t>custo</a:t>
            </a:r>
            <a:r>
              <a:rPr lang="en-US" sz="2000" dirty="0"/>
              <a:t> </a:t>
            </a:r>
            <a:r>
              <a:rPr lang="en-US" sz="2000" dirty="0" err="1"/>
              <a:t>muito</a:t>
            </a:r>
            <a:r>
              <a:rPr lang="en-US" sz="2000" dirty="0"/>
              <a:t>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baixo</a:t>
            </a:r>
            <a:endParaRPr lang="en-US" sz="2000" dirty="0"/>
          </a:p>
          <a:p>
            <a:pPr marL="947738" lvl="1" algn="just" eaLnBrk="1" hangingPunct="1">
              <a:defRPr/>
            </a:pPr>
            <a:r>
              <a:rPr lang="en-US" sz="2000" dirty="0"/>
              <a:t>o </a:t>
            </a:r>
            <a:r>
              <a:rPr lang="en-US" sz="2000" dirty="0" err="1"/>
              <a:t>grupo</a:t>
            </a:r>
            <a:r>
              <a:rPr lang="en-US" sz="2000" dirty="0"/>
              <a:t> de testes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consegue</a:t>
            </a:r>
            <a:r>
              <a:rPr lang="en-US" sz="2000" dirty="0"/>
              <a:t> </a:t>
            </a:r>
            <a:r>
              <a:rPr lang="en-US" sz="2000" dirty="0" err="1"/>
              <a:t>desempenhar</a:t>
            </a:r>
            <a:r>
              <a:rPr lang="en-US" sz="2000" dirty="0"/>
              <a:t> </a:t>
            </a:r>
            <a:r>
              <a:rPr lang="en-US" sz="2000" dirty="0" err="1"/>
              <a:t>seu</a:t>
            </a:r>
            <a:r>
              <a:rPr lang="en-US" sz="2000" dirty="0"/>
              <a:t> </a:t>
            </a:r>
            <a:r>
              <a:rPr lang="en-US" sz="2000" dirty="0" err="1"/>
              <a:t>papel</a:t>
            </a:r>
            <a:r>
              <a:rPr lang="en-US" sz="2000" dirty="0"/>
              <a:t> se </a:t>
            </a:r>
            <a:r>
              <a:rPr lang="en-US" sz="2000" dirty="0" err="1"/>
              <a:t>houver</a:t>
            </a:r>
            <a:r>
              <a:rPr lang="en-US" sz="2000" dirty="0"/>
              <a:t> </a:t>
            </a:r>
            <a:r>
              <a:rPr lang="en-US" sz="2000" dirty="0" err="1"/>
              <a:t>erros</a:t>
            </a:r>
            <a:r>
              <a:rPr lang="en-US" sz="2000" dirty="0"/>
              <a:t> </a:t>
            </a:r>
            <a:r>
              <a:rPr lang="en-US" sz="2000" dirty="0" err="1"/>
              <a:t>básicos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componentes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30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1027664"/>
            <a:ext cx="7024744" cy="736452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/>
              <a:t>Quem testa o programa?</a:t>
            </a:r>
          </a:p>
        </p:txBody>
      </p:sp>
      <p:sp>
        <p:nvSpPr>
          <p:cNvPr id="44036" name="Rectangle 6"/>
          <p:cNvSpPr>
            <a:spLocks/>
          </p:cNvSpPr>
          <p:nvPr/>
        </p:nvSpPr>
        <p:spPr bwMode="auto">
          <a:xfrm>
            <a:off x="1444869" y="4164013"/>
            <a:ext cx="18674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 sz="2400" i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programador</a:t>
            </a:r>
          </a:p>
        </p:txBody>
      </p:sp>
      <p:sp>
        <p:nvSpPr>
          <p:cNvPr id="44037" name="Rectangle 7"/>
          <p:cNvSpPr>
            <a:spLocks/>
          </p:cNvSpPr>
          <p:nvPr/>
        </p:nvSpPr>
        <p:spPr bwMode="auto">
          <a:xfrm>
            <a:off x="5543551" y="4176713"/>
            <a:ext cx="1406769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/>
          <a:p>
            <a:pPr marL="38100"/>
            <a:r>
              <a:rPr lang="en-US" sz="2400" i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testador</a:t>
            </a:r>
          </a:p>
        </p:txBody>
      </p:sp>
      <p:pic>
        <p:nvPicPr>
          <p:cNvPr id="44038" name="Picture 8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016" y="2157413"/>
            <a:ext cx="2120412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9" name="Picture 9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277" y="2270126"/>
            <a:ext cx="2019300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40" name="Rectangle 10"/>
          <p:cNvSpPr>
            <a:spLocks/>
          </p:cNvSpPr>
          <p:nvPr/>
        </p:nvSpPr>
        <p:spPr bwMode="auto">
          <a:xfrm>
            <a:off x="959827" y="4708525"/>
            <a:ext cx="3223846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ctr">
              <a:spcBef>
                <a:spcPts val="1100"/>
              </a:spcBef>
            </a:pP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Entende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muito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bem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do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sistema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, mas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vai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testar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gentilmente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pois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está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preocupado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com a data da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entrega</a:t>
            </a:r>
            <a:endParaRPr lang="en-US" dirty="0">
              <a:solidFill>
                <a:schemeClr val="tx1"/>
              </a:solidFill>
              <a:ea typeface="ＭＳ Ｐゴシック" charset="0"/>
            </a:endParaRPr>
          </a:p>
        </p:txBody>
      </p:sp>
      <p:sp>
        <p:nvSpPr>
          <p:cNvPr id="44041" name="Rectangle 11"/>
          <p:cNvSpPr>
            <a:spLocks/>
          </p:cNvSpPr>
          <p:nvPr/>
        </p:nvSpPr>
        <p:spPr bwMode="auto">
          <a:xfrm>
            <a:off x="5073161" y="4700588"/>
            <a:ext cx="2825262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ctr"/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Vai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ter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aprender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sobre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o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sistema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, mas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vai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fazer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tudo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para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fazer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o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sistema</a:t>
            </a:r>
            <a:r>
              <a:rPr lang="en-US" dirty="0">
                <a:solidFill>
                  <a:schemeClr val="tx1"/>
                </a:solidFill>
                <a:ea typeface="ＭＳ Ｐゴシック" charset="0"/>
              </a:rPr>
              <a:t> </a:t>
            </a:r>
            <a:r>
              <a:rPr lang="en-US" dirty="0" err="1">
                <a:solidFill>
                  <a:schemeClr val="tx1"/>
                </a:solidFill>
                <a:ea typeface="ＭＳ Ｐゴシック" charset="0"/>
              </a:rPr>
              <a:t>falhar</a:t>
            </a:r>
            <a:endParaRPr lang="en-US" dirty="0">
              <a:solidFill>
                <a:schemeClr val="tx1"/>
              </a:solidFill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etores de Estudante Experimenta O Stress Do Exame Excitação Preocupação  Medo Ilustração Do Caráter Do Menino Dos Desenhos Animados Do Vetor Isolada  Em Um Fundo Branco e mais imagens de Adulto -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720" y="693178"/>
            <a:ext cx="2625872" cy="131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058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31</a:t>
            </a:r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title"/>
          </p:nvPr>
        </p:nvSpPr>
        <p:spPr>
          <a:xfrm>
            <a:off x="140846" y="778146"/>
            <a:ext cx="7024744" cy="1143000"/>
          </a:xfrm>
        </p:spPr>
        <p:txBody>
          <a:bodyPr rIns="132080">
            <a:normAutofit fontScale="90000"/>
          </a:bodyPr>
          <a:lstStyle/>
          <a:p>
            <a:pPr indent="0" algn="ctr" eaLnBrk="1" hangingPunct="1">
              <a:defRPr/>
            </a:pPr>
            <a:r>
              <a:rPr lang="en-US" b="1" dirty="0" err="1">
                <a:solidFill>
                  <a:srgbClr val="FF0000"/>
                </a:solidFill>
              </a:rPr>
              <a:t>Primeiro</a:t>
            </a:r>
            <a:r>
              <a:rPr lang="en-US" b="1" dirty="0">
                <a:solidFill>
                  <a:srgbClr val="FF0000"/>
                </a:solidFill>
              </a:rPr>
              <a:t>, as </a:t>
            </a:r>
            <a:r>
              <a:rPr lang="en-US" b="1" dirty="0" err="1">
                <a:solidFill>
                  <a:srgbClr val="FF0000"/>
                </a:solidFill>
              </a:rPr>
              <a:t>más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notícias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sobre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testes…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50489" y="2006114"/>
            <a:ext cx="7317745" cy="4116390"/>
          </a:xfrm>
        </p:spPr>
        <p:txBody>
          <a:bodyPr rIns="132080">
            <a:normAutofit lnSpcReduction="10000"/>
          </a:bodyPr>
          <a:lstStyle/>
          <a:p>
            <a:pPr algn="just" eaLnBrk="1" hangingPunct="1">
              <a:defRPr/>
            </a:pPr>
            <a:r>
              <a:rPr lang="en-US" sz="2400" dirty="0"/>
              <a:t>É </a:t>
            </a:r>
            <a:r>
              <a:rPr lang="en-US" sz="2400" dirty="0" err="1"/>
              <a:t>impossível</a:t>
            </a:r>
            <a:r>
              <a:rPr lang="en-US" sz="2400" dirty="0"/>
              <a:t> se </a:t>
            </a:r>
            <a:r>
              <a:rPr lang="en-US" sz="2400" dirty="0" err="1"/>
              <a:t>testar</a:t>
            </a:r>
            <a:r>
              <a:rPr lang="en-US" sz="2400" dirty="0"/>
              <a:t> um </a:t>
            </a:r>
            <a:r>
              <a:rPr lang="en-US" sz="2400" dirty="0" err="1"/>
              <a:t>programa</a:t>
            </a:r>
            <a:r>
              <a:rPr lang="en-US" sz="2400" dirty="0"/>
              <a:t> com </a:t>
            </a:r>
            <a:r>
              <a:rPr lang="en-US" sz="2400" dirty="0" err="1"/>
              <a:t>perfeição</a:t>
            </a:r>
            <a:endParaRPr lang="en-US" sz="2400" dirty="0"/>
          </a:p>
          <a:p>
            <a:pPr marL="947738" lvl="1" algn="just" eaLnBrk="1" hangingPunct="1">
              <a:defRPr/>
            </a:pPr>
            <a:r>
              <a:rPr lang="en-US" sz="2000" dirty="0" err="1"/>
              <a:t>Mesmo</a:t>
            </a:r>
            <a:r>
              <a:rPr lang="en-US" sz="2000" dirty="0"/>
              <a:t> </a:t>
            </a:r>
            <a:r>
              <a:rPr lang="en-US" sz="2000" dirty="0" err="1"/>
              <a:t>programas</a:t>
            </a:r>
            <a:r>
              <a:rPr lang="en-US" sz="2000" dirty="0"/>
              <a:t> </a:t>
            </a:r>
            <a:r>
              <a:rPr lang="en-US" sz="2000" dirty="0" err="1"/>
              <a:t>muito</a:t>
            </a:r>
            <a:r>
              <a:rPr lang="en-US" sz="2000" dirty="0"/>
              <a:t> simples</a:t>
            </a:r>
          </a:p>
          <a:p>
            <a:pPr algn="just" eaLnBrk="1" hangingPunct="1">
              <a:defRPr/>
            </a:pPr>
            <a:r>
              <a:rPr lang="en-US" sz="2400" dirty="0"/>
              <a:t>O </a:t>
            </a:r>
            <a:r>
              <a:rPr lang="en-US" sz="2400" dirty="0" err="1"/>
              <a:t>processo</a:t>
            </a:r>
            <a:r>
              <a:rPr lang="en-US" sz="2400" dirty="0"/>
              <a:t> de testes é</a:t>
            </a:r>
          </a:p>
          <a:p>
            <a:pPr marL="947738" lvl="1" algn="just" eaLnBrk="1" hangingPunct="1">
              <a:defRPr/>
            </a:pPr>
            <a:r>
              <a:rPr lang="en-US" sz="2000" dirty="0" err="1"/>
              <a:t>ineficiente</a:t>
            </a:r>
            <a:endParaRPr lang="en-US" sz="2000" dirty="0"/>
          </a:p>
          <a:p>
            <a:pPr marL="1344613" lvl="2" algn="just" eaLnBrk="1" hangingPunct="1">
              <a:defRPr/>
            </a:pPr>
            <a:r>
              <a:rPr lang="en-US" sz="2000" dirty="0" err="1"/>
              <a:t>custo</a:t>
            </a:r>
            <a:r>
              <a:rPr lang="en-US" sz="2000" dirty="0"/>
              <a:t> alto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defeito</a:t>
            </a:r>
            <a:r>
              <a:rPr lang="en-US" sz="2000" dirty="0"/>
              <a:t> </a:t>
            </a:r>
            <a:r>
              <a:rPr lang="en-US" sz="2000" dirty="0" err="1"/>
              <a:t>encontrado</a:t>
            </a:r>
            <a:r>
              <a:rPr lang="en-US" sz="2000" dirty="0"/>
              <a:t> e </a:t>
            </a:r>
            <a:r>
              <a:rPr lang="en-US" sz="2000" dirty="0" err="1"/>
              <a:t>corrigido</a:t>
            </a:r>
            <a:endParaRPr lang="en-US" sz="2000" dirty="0"/>
          </a:p>
          <a:p>
            <a:pPr marL="947738" lvl="1" algn="just" eaLnBrk="1" hangingPunct="1">
              <a:defRPr/>
            </a:pPr>
            <a:r>
              <a:rPr lang="en-US" sz="2000" dirty="0" err="1"/>
              <a:t>limitado</a:t>
            </a:r>
            <a:endParaRPr lang="en-US" sz="2000" dirty="0"/>
          </a:p>
          <a:p>
            <a:pPr marL="1344613" lvl="2" algn="just" eaLnBrk="1" hangingPunct="1">
              <a:defRPr/>
            </a:pPr>
            <a:r>
              <a:rPr lang="en-US" sz="2000" dirty="0" err="1"/>
              <a:t>jamais</a:t>
            </a:r>
            <a:r>
              <a:rPr lang="en-US" sz="2000" dirty="0"/>
              <a:t> </a:t>
            </a:r>
            <a:r>
              <a:rPr lang="en-US" sz="2000" dirty="0" err="1"/>
              <a:t>garante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um </a:t>
            </a:r>
            <a:r>
              <a:rPr lang="en-US" sz="2000" dirty="0" err="1"/>
              <a:t>programa</a:t>
            </a:r>
            <a:r>
              <a:rPr lang="en-US" sz="2000" dirty="0"/>
              <a:t>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correto</a:t>
            </a:r>
            <a:endParaRPr lang="en-US" sz="2000" dirty="0"/>
          </a:p>
          <a:p>
            <a:pPr marL="947738" lvl="1" algn="just" eaLnBrk="1" hangingPunct="1">
              <a:defRPr/>
            </a:pPr>
            <a:r>
              <a:rPr lang="en-US" sz="2000" dirty="0" err="1"/>
              <a:t>necessário</a:t>
            </a:r>
            <a:endParaRPr lang="en-US" sz="2000" dirty="0"/>
          </a:p>
          <a:p>
            <a:pPr marL="1344613" lvl="2" algn="just" eaLnBrk="1" hangingPunct="1">
              <a:defRPr/>
            </a:pP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há</a:t>
            </a:r>
            <a:r>
              <a:rPr lang="en-US" sz="2000" dirty="0"/>
              <a:t> </a:t>
            </a:r>
            <a:r>
              <a:rPr lang="en-US" sz="2000" dirty="0" err="1"/>
              <a:t>técnica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reduza</a:t>
            </a:r>
            <a:r>
              <a:rPr lang="en-US" sz="2000" dirty="0"/>
              <a:t> </a:t>
            </a:r>
            <a:r>
              <a:rPr lang="en-US" sz="2000" dirty="0" err="1"/>
              <a:t>defeitos</a:t>
            </a:r>
            <a:r>
              <a:rPr lang="en-US" sz="2000" dirty="0"/>
              <a:t> a </a:t>
            </a:r>
            <a:r>
              <a:rPr lang="en-US" sz="2000" dirty="0" err="1"/>
              <a:t>ponto</a:t>
            </a:r>
            <a:r>
              <a:rPr lang="en-US" sz="2000" dirty="0"/>
              <a:t> de </a:t>
            </a:r>
            <a:r>
              <a:rPr lang="en-US" sz="2000" dirty="0" err="1"/>
              <a:t>eliminar</a:t>
            </a:r>
            <a:r>
              <a:rPr lang="en-US" sz="2000" dirty="0"/>
              <a:t> a </a:t>
            </a:r>
            <a:r>
              <a:rPr lang="en-US" sz="2000" dirty="0" err="1"/>
              <a:t>necessidade</a:t>
            </a:r>
            <a:r>
              <a:rPr lang="en-US" sz="2000" dirty="0"/>
              <a:t> de se </a:t>
            </a:r>
            <a:r>
              <a:rPr lang="en-US" sz="2000" dirty="0" err="1"/>
              <a:t>testar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32</a:t>
            </a: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684473"/>
            <a:ext cx="7024744" cy="724898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 dirty="0" err="1"/>
              <a:t>Teste</a:t>
            </a:r>
            <a:r>
              <a:rPr lang="en-US" dirty="0"/>
              <a:t> </a:t>
            </a:r>
            <a:r>
              <a:rPr lang="en-US" dirty="0" err="1"/>
              <a:t>exaustivo</a:t>
            </a:r>
            <a:r>
              <a:rPr lang="en-US" dirty="0"/>
              <a:t> </a:t>
            </a:r>
          </a:p>
        </p:txBody>
      </p:sp>
      <p:sp>
        <p:nvSpPr>
          <p:cNvPr id="46084" name="Rectangle 6"/>
          <p:cNvSpPr>
            <a:spLocks/>
          </p:cNvSpPr>
          <p:nvPr/>
        </p:nvSpPr>
        <p:spPr bwMode="auto">
          <a:xfrm>
            <a:off x="4185139" y="2228850"/>
            <a:ext cx="545123" cy="228600"/>
          </a:xfrm>
          <a:prstGeom prst="rect">
            <a:avLst/>
          </a:prstGeom>
          <a:solidFill>
            <a:srgbClr val="CC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85" name="Line 7"/>
          <p:cNvSpPr>
            <a:spLocks noChangeShapeType="1"/>
          </p:cNvSpPr>
          <p:nvPr/>
        </p:nvSpPr>
        <p:spPr bwMode="auto">
          <a:xfrm flipH="1">
            <a:off x="3543300" y="2816225"/>
            <a:ext cx="74441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86" name="Line 8"/>
          <p:cNvSpPr>
            <a:spLocks noChangeShapeType="1"/>
          </p:cNvSpPr>
          <p:nvPr/>
        </p:nvSpPr>
        <p:spPr bwMode="auto">
          <a:xfrm flipH="1">
            <a:off x="2800350" y="3162300"/>
            <a:ext cx="596411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87" name="Line 9"/>
          <p:cNvSpPr>
            <a:spLocks noChangeShapeType="1"/>
          </p:cNvSpPr>
          <p:nvPr/>
        </p:nvSpPr>
        <p:spPr bwMode="auto">
          <a:xfrm rot="10800000" flipH="1">
            <a:off x="4642339" y="2816226"/>
            <a:ext cx="1028700" cy="3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88" name="Freeform 10"/>
          <p:cNvSpPr>
            <a:spLocks/>
          </p:cNvSpPr>
          <p:nvPr/>
        </p:nvSpPr>
        <p:spPr bwMode="auto">
          <a:xfrm>
            <a:off x="2373923" y="3544888"/>
            <a:ext cx="281354" cy="304800"/>
          </a:xfrm>
          <a:custGeom>
            <a:avLst/>
            <a:gdLst>
              <a:gd name="T0" fmla="*/ 304800 w 21600"/>
              <a:gd name="T1" fmla="*/ 0 h 21600"/>
              <a:gd name="T2" fmla="*/ 0 w 21600"/>
              <a:gd name="T3" fmla="*/ 0 h 21600"/>
              <a:gd name="T4" fmla="*/ 0 w 21600"/>
              <a:gd name="T5" fmla="*/ 304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89" name="Line 11"/>
          <p:cNvSpPr>
            <a:spLocks noChangeShapeType="1"/>
          </p:cNvSpPr>
          <p:nvPr/>
        </p:nvSpPr>
        <p:spPr bwMode="auto">
          <a:xfrm rot="10800000" flipH="1">
            <a:off x="3720612" y="3160714"/>
            <a:ext cx="56710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90" name="Freeform 12"/>
          <p:cNvSpPr>
            <a:spLocks/>
          </p:cNvSpPr>
          <p:nvPr/>
        </p:nvSpPr>
        <p:spPr bwMode="auto">
          <a:xfrm>
            <a:off x="3905251" y="3536950"/>
            <a:ext cx="274026" cy="312738"/>
          </a:xfrm>
          <a:custGeom>
            <a:avLst/>
            <a:gdLst>
              <a:gd name="T0" fmla="*/ 296862 w 21600"/>
              <a:gd name="T1" fmla="*/ 0 h 21600"/>
              <a:gd name="T2" fmla="*/ 0 w 21600"/>
              <a:gd name="T3" fmla="*/ 0 h 21600"/>
              <a:gd name="T4" fmla="*/ 0 w 21600"/>
              <a:gd name="T5" fmla="*/ 312738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91" name="Freeform 13"/>
          <p:cNvSpPr>
            <a:spLocks/>
          </p:cNvSpPr>
          <p:nvPr/>
        </p:nvSpPr>
        <p:spPr bwMode="auto">
          <a:xfrm>
            <a:off x="3543300" y="4543425"/>
            <a:ext cx="589085" cy="2286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228600 h 21600"/>
              <a:gd name="T4" fmla="*/ 638175 w 21600"/>
              <a:gd name="T5" fmla="*/ 2286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92" name="Line 14"/>
          <p:cNvSpPr>
            <a:spLocks noChangeShapeType="1"/>
          </p:cNvSpPr>
          <p:nvPr/>
        </p:nvSpPr>
        <p:spPr bwMode="auto">
          <a:xfrm>
            <a:off x="5671038" y="3314700"/>
            <a:ext cx="1466" cy="1403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93" name="Line 15"/>
          <p:cNvSpPr>
            <a:spLocks noChangeShapeType="1"/>
          </p:cNvSpPr>
          <p:nvPr/>
        </p:nvSpPr>
        <p:spPr bwMode="auto">
          <a:xfrm rot="10800000" flipH="1">
            <a:off x="4182208" y="4775200"/>
            <a:ext cx="1466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94" name="Freeform 16"/>
          <p:cNvSpPr>
            <a:spLocks/>
          </p:cNvSpPr>
          <p:nvPr/>
        </p:nvSpPr>
        <p:spPr bwMode="auto">
          <a:xfrm>
            <a:off x="4311162" y="2351088"/>
            <a:ext cx="1968012" cy="2806700"/>
          </a:xfrm>
          <a:custGeom>
            <a:avLst/>
            <a:gdLst>
              <a:gd name="T0" fmla="*/ 0 w 21600"/>
              <a:gd name="T1" fmla="*/ 2806700 h 21600"/>
              <a:gd name="T2" fmla="*/ 2132013 w 21600"/>
              <a:gd name="T3" fmla="*/ 2806700 h 21600"/>
              <a:gd name="T4" fmla="*/ 2132013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95" name="Line 17"/>
          <p:cNvSpPr>
            <a:spLocks noChangeShapeType="1"/>
          </p:cNvSpPr>
          <p:nvPr/>
        </p:nvSpPr>
        <p:spPr bwMode="auto">
          <a:xfrm>
            <a:off x="4182208" y="5311775"/>
            <a:ext cx="1466" cy="230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96" name="Rectangle 18"/>
          <p:cNvSpPr>
            <a:spLocks/>
          </p:cNvSpPr>
          <p:nvPr/>
        </p:nvSpPr>
        <p:spPr bwMode="auto">
          <a:xfrm>
            <a:off x="6265985" y="4200525"/>
            <a:ext cx="98989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 b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20 vezes</a:t>
            </a:r>
          </a:p>
        </p:txBody>
      </p:sp>
      <p:sp>
        <p:nvSpPr>
          <p:cNvPr id="46097" name="AutoShape 19"/>
          <p:cNvSpPr>
            <a:spLocks/>
          </p:cNvSpPr>
          <p:nvPr/>
        </p:nvSpPr>
        <p:spPr bwMode="auto">
          <a:xfrm>
            <a:off x="4259874" y="2627313"/>
            <a:ext cx="419100" cy="381000"/>
          </a:xfrm>
          <a:prstGeom prst="diamond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98" name="AutoShape 20"/>
          <p:cNvSpPr>
            <a:spLocks/>
          </p:cNvSpPr>
          <p:nvPr/>
        </p:nvSpPr>
        <p:spPr bwMode="auto">
          <a:xfrm>
            <a:off x="3330820" y="2965450"/>
            <a:ext cx="419100" cy="381000"/>
          </a:xfrm>
          <a:prstGeom prst="diamond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099" name="AutoShape 21"/>
          <p:cNvSpPr>
            <a:spLocks/>
          </p:cNvSpPr>
          <p:nvPr/>
        </p:nvSpPr>
        <p:spPr bwMode="auto">
          <a:xfrm>
            <a:off x="2521928" y="3355975"/>
            <a:ext cx="419100" cy="381000"/>
          </a:xfrm>
          <a:prstGeom prst="diamond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00" name="AutoShape 22"/>
          <p:cNvSpPr>
            <a:spLocks/>
          </p:cNvSpPr>
          <p:nvPr/>
        </p:nvSpPr>
        <p:spPr bwMode="auto">
          <a:xfrm>
            <a:off x="4075236" y="3355975"/>
            <a:ext cx="419100" cy="381000"/>
          </a:xfrm>
          <a:prstGeom prst="diamond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01" name="AutoShape 23"/>
          <p:cNvSpPr>
            <a:spLocks/>
          </p:cNvSpPr>
          <p:nvPr/>
        </p:nvSpPr>
        <p:spPr bwMode="auto">
          <a:xfrm>
            <a:off x="3969728" y="4967288"/>
            <a:ext cx="419100" cy="381000"/>
          </a:xfrm>
          <a:prstGeom prst="diamond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02" name="Rectangle 24"/>
          <p:cNvSpPr>
            <a:spLocks/>
          </p:cNvSpPr>
          <p:nvPr/>
        </p:nvSpPr>
        <p:spPr bwMode="auto">
          <a:xfrm>
            <a:off x="1976805" y="5695950"/>
            <a:ext cx="42092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solidFill>
                  <a:schemeClr val="tx1"/>
                </a:solidFill>
                <a:ea typeface="ＭＳ Ｐゴシック" charset="0"/>
              </a:rPr>
              <a:t>Quantos caminhos possíveis existem?</a:t>
            </a:r>
          </a:p>
        </p:txBody>
      </p:sp>
      <p:sp>
        <p:nvSpPr>
          <p:cNvPr id="46103" name="Line 25"/>
          <p:cNvSpPr>
            <a:spLocks noChangeShapeType="1"/>
          </p:cNvSpPr>
          <p:nvPr/>
        </p:nvSpPr>
        <p:spPr bwMode="auto">
          <a:xfrm>
            <a:off x="4465028" y="1931989"/>
            <a:ext cx="1465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04" name="Line 26"/>
          <p:cNvSpPr>
            <a:spLocks noChangeShapeType="1"/>
          </p:cNvSpPr>
          <p:nvPr/>
        </p:nvSpPr>
        <p:spPr bwMode="auto">
          <a:xfrm>
            <a:off x="4465028" y="2470150"/>
            <a:ext cx="1465" cy="1920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05" name="Line 27"/>
          <p:cNvSpPr>
            <a:spLocks noChangeShapeType="1"/>
          </p:cNvSpPr>
          <p:nvPr/>
        </p:nvSpPr>
        <p:spPr bwMode="auto">
          <a:xfrm flipH="1">
            <a:off x="4749312" y="2316164"/>
            <a:ext cx="152400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06" name="Freeform 28"/>
          <p:cNvSpPr>
            <a:spLocks/>
          </p:cNvSpPr>
          <p:nvPr/>
        </p:nvSpPr>
        <p:spPr bwMode="auto">
          <a:xfrm rot="5400000">
            <a:off x="4391331" y="3546659"/>
            <a:ext cx="296863" cy="290146"/>
          </a:xfrm>
          <a:custGeom>
            <a:avLst/>
            <a:gdLst>
              <a:gd name="T0" fmla="*/ 296863 w 21600"/>
              <a:gd name="T1" fmla="*/ 0 h 21600"/>
              <a:gd name="T2" fmla="*/ 0 w 21600"/>
              <a:gd name="T3" fmla="*/ 0 h 21600"/>
              <a:gd name="T4" fmla="*/ 0 w 21600"/>
              <a:gd name="T5" fmla="*/ 3143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07" name="Freeform 29"/>
          <p:cNvSpPr>
            <a:spLocks/>
          </p:cNvSpPr>
          <p:nvPr/>
        </p:nvSpPr>
        <p:spPr bwMode="auto">
          <a:xfrm>
            <a:off x="3543301" y="2816225"/>
            <a:ext cx="274027" cy="312738"/>
          </a:xfrm>
          <a:custGeom>
            <a:avLst/>
            <a:gdLst>
              <a:gd name="T0" fmla="*/ 296863 w 21600"/>
              <a:gd name="T1" fmla="*/ 0 h 21600"/>
              <a:gd name="T2" fmla="*/ 0 w 21600"/>
              <a:gd name="T3" fmla="*/ 0 h 21600"/>
              <a:gd name="T4" fmla="*/ 0 w 21600"/>
              <a:gd name="T5" fmla="*/ 312738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08" name="Freeform 30"/>
          <p:cNvSpPr>
            <a:spLocks/>
          </p:cNvSpPr>
          <p:nvPr/>
        </p:nvSpPr>
        <p:spPr bwMode="auto">
          <a:xfrm rot="5400000">
            <a:off x="3992746" y="3162484"/>
            <a:ext cx="296863" cy="290146"/>
          </a:xfrm>
          <a:custGeom>
            <a:avLst/>
            <a:gdLst>
              <a:gd name="T0" fmla="*/ 296863 w 21600"/>
              <a:gd name="T1" fmla="*/ 0 h 21600"/>
              <a:gd name="T2" fmla="*/ 0 w 21600"/>
              <a:gd name="T3" fmla="*/ 0 h 21600"/>
              <a:gd name="T4" fmla="*/ 0 w 21600"/>
              <a:gd name="T5" fmla="*/ 3143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09" name="Freeform 31"/>
          <p:cNvSpPr>
            <a:spLocks/>
          </p:cNvSpPr>
          <p:nvPr/>
        </p:nvSpPr>
        <p:spPr bwMode="auto">
          <a:xfrm rot="5400000">
            <a:off x="2858539" y="3546659"/>
            <a:ext cx="296863" cy="290146"/>
          </a:xfrm>
          <a:custGeom>
            <a:avLst/>
            <a:gdLst>
              <a:gd name="T0" fmla="*/ 296863 w 21600"/>
              <a:gd name="T1" fmla="*/ 0 h 21600"/>
              <a:gd name="T2" fmla="*/ 0 w 21600"/>
              <a:gd name="T3" fmla="*/ 0 h 21600"/>
              <a:gd name="T4" fmla="*/ 0 w 21600"/>
              <a:gd name="T5" fmla="*/ 3143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10" name="Freeform 32"/>
          <p:cNvSpPr>
            <a:spLocks/>
          </p:cNvSpPr>
          <p:nvPr/>
        </p:nvSpPr>
        <p:spPr bwMode="auto">
          <a:xfrm>
            <a:off x="2728547" y="3159126"/>
            <a:ext cx="274027" cy="314325"/>
          </a:xfrm>
          <a:custGeom>
            <a:avLst/>
            <a:gdLst>
              <a:gd name="T0" fmla="*/ 296863 w 21600"/>
              <a:gd name="T1" fmla="*/ 0 h 21600"/>
              <a:gd name="T2" fmla="*/ 0 w 21600"/>
              <a:gd name="T3" fmla="*/ 0 h 21600"/>
              <a:gd name="T4" fmla="*/ 0 w 21600"/>
              <a:gd name="T5" fmla="*/ 3143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11" name="Freeform 33"/>
          <p:cNvSpPr>
            <a:spLocks/>
          </p:cNvSpPr>
          <p:nvPr/>
        </p:nvSpPr>
        <p:spPr bwMode="auto">
          <a:xfrm rot="10800000">
            <a:off x="2878016" y="3998914"/>
            <a:ext cx="275492" cy="314325"/>
          </a:xfrm>
          <a:custGeom>
            <a:avLst/>
            <a:gdLst>
              <a:gd name="T0" fmla="*/ 298450 w 21600"/>
              <a:gd name="T1" fmla="*/ 0 h 21600"/>
              <a:gd name="T2" fmla="*/ 0 w 21600"/>
              <a:gd name="T3" fmla="*/ 0 h 21600"/>
              <a:gd name="T4" fmla="*/ 0 w 21600"/>
              <a:gd name="T5" fmla="*/ 3143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12" name="Rectangle 34"/>
          <p:cNvSpPr>
            <a:spLocks/>
          </p:cNvSpPr>
          <p:nvPr/>
        </p:nvSpPr>
        <p:spPr bwMode="auto">
          <a:xfrm>
            <a:off x="2863362" y="3814763"/>
            <a:ext cx="546589" cy="241300"/>
          </a:xfrm>
          <a:prstGeom prst="rect">
            <a:avLst/>
          </a:prstGeom>
          <a:solidFill>
            <a:srgbClr val="CC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13" name="Freeform 35"/>
          <p:cNvSpPr>
            <a:spLocks/>
          </p:cNvSpPr>
          <p:nvPr/>
        </p:nvSpPr>
        <p:spPr bwMode="auto">
          <a:xfrm rot="-5400000">
            <a:off x="2484560" y="3894749"/>
            <a:ext cx="304800" cy="529003"/>
          </a:xfrm>
          <a:custGeom>
            <a:avLst/>
            <a:gdLst>
              <a:gd name="T0" fmla="*/ 304800 w 21600"/>
              <a:gd name="T1" fmla="*/ 0 h 21600"/>
              <a:gd name="T2" fmla="*/ 0 w 21600"/>
              <a:gd name="T3" fmla="*/ 0 h 21600"/>
              <a:gd name="T4" fmla="*/ 0 w 21600"/>
              <a:gd name="T5" fmla="*/ 57308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14" name="Rectangle 36"/>
          <p:cNvSpPr>
            <a:spLocks/>
          </p:cNvSpPr>
          <p:nvPr/>
        </p:nvSpPr>
        <p:spPr bwMode="auto">
          <a:xfrm>
            <a:off x="2101362" y="3814763"/>
            <a:ext cx="533400" cy="241300"/>
          </a:xfrm>
          <a:prstGeom prst="rect">
            <a:avLst/>
          </a:prstGeom>
          <a:solidFill>
            <a:srgbClr val="CC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15" name="Freeform 37"/>
          <p:cNvSpPr>
            <a:spLocks/>
          </p:cNvSpPr>
          <p:nvPr/>
        </p:nvSpPr>
        <p:spPr bwMode="auto">
          <a:xfrm rot="-5400000">
            <a:off x="3070714" y="4004775"/>
            <a:ext cx="228600" cy="845526"/>
          </a:xfrm>
          <a:custGeom>
            <a:avLst/>
            <a:gdLst>
              <a:gd name="T0" fmla="*/ 228600 w 21600"/>
              <a:gd name="T1" fmla="*/ 0 h 21600"/>
              <a:gd name="T2" fmla="*/ 0 w 21600"/>
              <a:gd name="T3" fmla="*/ 0 h 21600"/>
              <a:gd name="T4" fmla="*/ 0 w 21600"/>
              <a:gd name="T5" fmla="*/ 91598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16" name="Freeform 38"/>
          <p:cNvSpPr>
            <a:spLocks/>
          </p:cNvSpPr>
          <p:nvPr/>
        </p:nvSpPr>
        <p:spPr bwMode="auto">
          <a:xfrm rot="-5400000">
            <a:off x="3960447" y="3987312"/>
            <a:ext cx="260350" cy="388326"/>
          </a:xfrm>
          <a:custGeom>
            <a:avLst/>
            <a:gdLst>
              <a:gd name="T0" fmla="*/ 260350 w 21600"/>
              <a:gd name="T1" fmla="*/ 0 h 21600"/>
              <a:gd name="T2" fmla="*/ 0 w 21600"/>
              <a:gd name="T3" fmla="*/ 0 h 21600"/>
              <a:gd name="T4" fmla="*/ 0 w 21600"/>
              <a:gd name="T5" fmla="*/ 42068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17" name="Rectangle 39"/>
          <p:cNvSpPr>
            <a:spLocks/>
          </p:cNvSpPr>
          <p:nvPr/>
        </p:nvSpPr>
        <p:spPr bwMode="auto">
          <a:xfrm>
            <a:off x="3638551" y="3814763"/>
            <a:ext cx="546588" cy="241300"/>
          </a:xfrm>
          <a:prstGeom prst="rect">
            <a:avLst/>
          </a:prstGeom>
          <a:solidFill>
            <a:srgbClr val="CC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18" name="Freeform 40"/>
          <p:cNvSpPr>
            <a:spLocks/>
          </p:cNvSpPr>
          <p:nvPr/>
        </p:nvSpPr>
        <p:spPr bwMode="auto">
          <a:xfrm rot="10800000">
            <a:off x="4255477" y="4044950"/>
            <a:ext cx="423497" cy="266700"/>
          </a:xfrm>
          <a:custGeom>
            <a:avLst/>
            <a:gdLst>
              <a:gd name="T0" fmla="*/ 458788 w 21600"/>
              <a:gd name="T1" fmla="*/ 0 h 21600"/>
              <a:gd name="T2" fmla="*/ 0 w 21600"/>
              <a:gd name="T3" fmla="*/ 0 h 21600"/>
              <a:gd name="T4" fmla="*/ 0 w 21600"/>
              <a:gd name="T5" fmla="*/ 2667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19" name="Rectangle 41"/>
          <p:cNvSpPr>
            <a:spLocks/>
          </p:cNvSpPr>
          <p:nvPr/>
        </p:nvSpPr>
        <p:spPr bwMode="auto">
          <a:xfrm>
            <a:off x="4413739" y="3814763"/>
            <a:ext cx="545123" cy="241300"/>
          </a:xfrm>
          <a:prstGeom prst="rect">
            <a:avLst/>
          </a:prstGeom>
          <a:solidFill>
            <a:srgbClr val="CC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20" name="Freeform 42"/>
          <p:cNvSpPr>
            <a:spLocks/>
          </p:cNvSpPr>
          <p:nvPr/>
        </p:nvSpPr>
        <p:spPr bwMode="auto">
          <a:xfrm rot="5400000" flipH="1">
            <a:off x="3819525" y="4075113"/>
            <a:ext cx="228600" cy="704850"/>
          </a:xfrm>
          <a:custGeom>
            <a:avLst/>
            <a:gdLst>
              <a:gd name="T0" fmla="*/ 228600 w 21600"/>
              <a:gd name="T1" fmla="*/ 0 h 21600"/>
              <a:gd name="T2" fmla="*/ 0 w 21600"/>
              <a:gd name="T3" fmla="*/ 0 h 21600"/>
              <a:gd name="T4" fmla="*/ 0 w 21600"/>
              <a:gd name="T5" fmla="*/ 763588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21" name="Freeform 43"/>
          <p:cNvSpPr>
            <a:spLocks/>
          </p:cNvSpPr>
          <p:nvPr/>
        </p:nvSpPr>
        <p:spPr bwMode="auto">
          <a:xfrm rot="10800000">
            <a:off x="4120662" y="4505325"/>
            <a:ext cx="1550377" cy="266700"/>
          </a:xfrm>
          <a:custGeom>
            <a:avLst/>
            <a:gdLst>
              <a:gd name="T0" fmla="*/ 1679575 w 21600"/>
              <a:gd name="T1" fmla="*/ 0 h 21600"/>
              <a:gd name="T2" fmla="*/ 0 w 21600"/>
              <a:gd name="T3" fmla="*/ 0 h 21600"/>
              <a:gd name="T4" fmla="*/ 0 w 21600"/>
              <a:gd name="T5" fmla="*/ 2667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22" name="Freeform 44"/>
          <p:cNvSpPr>
            <a:spLocks/>
          </p:cNvSpPr>
          <p:nvPr/>
        </p:nvSpPr>
        <p:spPr bwMode="auto">
          <a:xfrm rot="5400000">
            <a:off x="5383396" y="2817996"/>
            <a:ext cx="296862" cy="290146"/>
          </a:xfrm>
          <a:custGeom>
            <a:avLst/>
            <a:gdLst>
              <a:gd name="T0" fmla="*/ 296862 w 21600"/>
              <a:gd name="T1" fmla="*/ 0 h 21600"/>
              <a:gd name="T2" fmla="*/ 0 w 21600"/>
              <a:gd name="T3" fmla="*/ 0 h 21600"/>
              <a:gd name="T4" fmla="*/ 0 w 21600"/>
              <a:gd name="T5" fmla="*/ 3143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23" name="Rectangle 45"/>
          <p:cNvSpPr>
            <a:spLocks/>
          </p:cNvSpPr>
          <p:nvPr/>
        </p:nvSpPr>
        <p:spPr bwMode="auto">
          <a:xfrm>
            <a:off x="5377962" y="3092450"/>
            <a:ext cx="546589" cy="228600"/>
          </a:xfrm>
          <a:prstGeom prst="rect">
            <a:avLst/>
          </a:prstGeom>
          <a:solidFill>
            <a:srgbClr val="CC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124" name="Freeform 46"/>
          <p:cNvSpPr>
            <a:spLocks/>
          </p:cNvSpPr>
          <p:nvPr/>
        </p:nvSpPr>
        <p:spPr bwMode="auto">
          <a:xfrm rot="5400000">
            <a:off x="5987134" y="2317934"/>
            <a:ext cx="296863" cy="290146"/>
          </a:xfrm>
          <a:custGeom>
            <a:avLst/>
            <a:gdLst>
              <a:gd name="T0" fmla="*/ 296863 w 21600"/>
              <a:gd name="T1" fmla="*/ 0 h 21600"/>
              <a:gd name="T2" fmla="*/ 0 w 21600"/>
              <a:gd name="T3" fmla="*/ 0 h 21600"/>
              <a:gd name="T4" fmla="*/ 0 w 21600"/>
              <a:gd name="T5" fmla="*/ 3143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33</a:t>
            </a: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title"/>
          </p:nvPr>
        </p:nvSpPr>
        <p:spPr/>
        <p:txBody>
          <a:bodyPr rIns="132080">
            <a:normAutofit fontScale="90000"/>
          </a:bodyPr>
          <a:lstStyle/>
          <a:p>
            <a:pPr indent="0" eaLnBrk="1" hangingPunct="1">
              <a:defRPr/>
            </a:pPr>
            <a:r>
              <a:rPr lang="en-US"/>
              <a:t>Por que o processo de testes é limitado?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043492" y="2605908"/>
            <a:ext cx="7024742" cy="3508977"/>
          </a:xfrm>
        </p:spPr>
        <p:txBody>
          <a:bodyPr rIns="132080"/>
          <a:lstStyle/>
          <a:p>
            <a:pPr algn="just" eaLnBrk="1" hangingPunct="1">
              <a:defRPr/>
            </a:pPr>
            <a:r>
              <a:rPr lang="en-US" dirty="0"/>
              <a:t>o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executou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testado</a:t>
            </a:r>
            <a:endParaRPr lang="en-US" dirty="0"/>
          </a:p>
          <a:p>
            <a:pPr algn="just" eaLnBrk="1" hangingPunct="1">
              <a:defRPr/>
            </a:pPr>
            <a:r>
              <a:rPr lang="en-US" dirty="0"/>
              <a:t>a </a:t>
            </a:r>
            <a:r>
              <a:rPr lang="en-US" dirty="0" err="1"/>
              <a:t>ordem</a:t>
            </a:r>
            <a:r>
              <a:rPr lang="en-US" dirty="0"/>
              <a:t> de </a:t>
            </a:r>
            <a:r>
              <a:rPr lang="en-US" dirty="0" err="1"/>
              <a:t>execução</a:t>
            </a:r>
            <a:r>
              <a:rPr lang="en-US" dirty="0"/>
              <a:t> é </a:t>
            </a:r>
            <a:r>
              <a:rPr lang="en-US" dirty="0" err="1"/>
              <a:t>diferente</a:t>
            </a:r>
            <a:r>
              <a:rPr lang="en-US" dirty="0"/>
              <a:t> da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testada</a:t>
            </a:r>
            <a:endParaRPr lang="en-US" dirty="0"/>
          </a:p>
          <a:p>
            <a:pPr algn="just" eaLnBrk="1" hangingPunct="1">
              <a:defRPr/>
            </a:pP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reais</a:t>
            </a:r>
            <a:r>
              <a:rPr lang="en-US" dirty="0"/>
              <a:t>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fora</a:t>
            </a:r>
            <a:r>
              <a:rPr lang="en-US" dirty="0"/>
              <a:t> das </a:t>
            </a:r>
            <a:r>
              <a:rPr lang="en-US" dirty="0" err="1"/>
              <a:t>faixas</a:t>
            </a:r>
            <a:r>
              <a:rPr lang="en-US" dirty="0"/>
              <a:t> </a:t>
            </a:r>
            <a:r>
              <a:rPr lang="en-US" dirty="0" err="1"/>
              <a:t>testadas</a:t>
            </a:r>
            <a:endParaRPr lang="en-US" dirty="0"/>
          </a:p>
          <a:p>
            <a:pPr algn="just" eaLnBrk="1" hangingPunct="1">
              <a:defRPr/>
            </a:pPr>
            <a:r>
              <a:rPr lang="en-US" dirty="0"/>
              <a:t>o </a:t>
            </a:r>
            <a:r>
              <a:rPr lang="en-US" dirty="0" err="1"/>
              <a:t>ambiente</a:t>
            </a:r>
            <a:r>
              <a:rPr lang="en-US" dirty="0"/>
              <a:t> de </a:t>
            </a:r>
            <a:r>
              <a:rPr lang="en-US" dirty="0" err="1"/>
              <a:t>operação</a:t>
            </a:r>
            <a:r>
              <a:rPr lang="en-US" dirty="0"/>
              <a:t> é </a:t>
            </a:r>
            <a:r>
              <a:rPr lang="en-US" dirty="0" err="1"/>
              <a:t>diferente</a:t>
            </a:r>
            <a:r>
              <a:rPr lang="en-US" dirty="0"/>
              <a:t> do </a:t>
            </a:r>
            <a:r>
              <a:rPr lang="en-US" dirty="0" err="1"/>
              <a:t>testado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34</a:t>
            </a:r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title"/>
          </p:nvPr>
        </p:nvSpPr>
        <p:spPr>
          <a:xfrm>
            <a:off x="645925" y="805957"/>
            <a:ext cx="7024744" cy="1143000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 b="1" dirty="0" err="1" smtClean="0">
                <a:solidFill>
                  <a:srgbClr val="0070C0"/>
                </a:solidFill>
              </a:rPr>
              <a:t>Depois</a:t>
            </a:r>
            <a:r>
              <a:rPr lang="en-US" b="1" dirty="0" smtClean="0">
                <a:solidFill>
                  <a:srgbClr val="0070C0"/>
                </a:solidFill>
              </a:rPr>
              <a:t>, as boas </a:t>
            </a:r>
            <a:r>
              <a:rPr lang="en-US" b="1" dirty="0" err="1" smtClean="0">
                <a:solidFill>
                  <a:srgbClr val="0070C0"/>
                </a:solidFill>
              </a:rPr>
              <a:t>notícias</a:t>
            </a:r>
            <a:r>
              <a:rPr lang="en-US" b="1" dirty="0" smtClean="0">
                <a:solidFill>
                  <a:srgbClr val="0070C0"/>
                </a:solidFill>
              </a:rPr>
              <a:t>…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 algn="just" eaLnBrk="1" hangingPunct="1">
              <a:defRPr/>
            </a:pPr>
            <a:r>
              <a:rPr lang="en-US" dirty="0" err="1"/>
              <a:t>Testar</a:t>
            </a:r>
            <a:r>
              <a:rPr lang="en-US" dirty="0"/>
              <a:t> o </a:t>
            </a:r>
            <a:r>
              <a:rPr lang="en-US" dirty="0" err="1"/>
              <a:t>código</a:t>
            </a:r>
            <a:r>
              <a:rPr lang="en-US" dirty="0"/>
              <a:t> o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cedo</a:t>
            </a:r>
            <a:r>
              <a:rPr lang="en-US" dirty="0"/>
              <a:t> </a:t>
            </a:r>
            <a:r>
              <a:rPr lang="en-US" dirty="0" err="1"/>
              <a:t>possível</a:t>
            </a:r>
            <a:r>
              <a:rPr lang="en-US" dirty="0"/>
              <a:t> </a:t>
            </a:r>
            <a:r>
              <a:rPr lang="en-US" dirty="0" err="1"/>
              <a:t>tende</a:t>
            </a:r>
            <a:r>
              <a:rPr lang="en-US" dirty="0"/>
              <a:t> a </a:t>
            </a:r>
            <a:r>
              <a:rPr lang="en-US" dirty="0" err="1"/>
              <a:t>diminuir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o </a:t>
            </a:r>
            <a:r>
              <a:rPr lang="en-US" dirty="0" err="1" smtClean="0"/>
              <a:t>retrabalho</a:t>
            </a:r>
            <a:r>
              <a:rPr lang="en-US" dirty="0" smtClean="0"/>
              <a:t>;</a:t>
            </a:r>
            <a:endParaRPr lang="en-US" dirty="0"/>
          </a:p>
          <a:p>
            <a:pPr algn="just" eaLnBrk="1" hangingPunct="1">
              <a:defRPr/>
            </a:pPr>
            <a:r>
              <a:rPr lang="en-US" dirty="0"/>
              <a:t>O tempo </a:t>
            </a:r>
            <a:r>
              <a:rPr lang="en-US" dirty="0" err="1"/>
              <a:t>gasto</a:t>
            </a:r>
            <a:r>
              <a:rPr lang="en-US" dirty="0"/>
              <a:t> com testes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geral</a:t>
            </a:r>
            <a:r>
              <a:rPr lang="en-US" dirty="0"/>
              <a:t> é </a:t>
            </a:r>
            <a:r>
              <a:rPr lang="en-US" dirty="0" err="1"/>
              <a:t>bem</a:t>
            </a:r>
            <a:r>
              <a:rPr lang="en-US" dirty="0"/>
              <a:t> </a:t>
            </a:r>
            <a:r>
              <a:rPr lang="en-US" dirty="0" err="1"/>
              <a:t>menor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gasto</a:t>
            </a:r>
            <a:r>
              <a:rPr lang="en-US" dirty="0"/>
              <a:t> com </a:t>
            </a:r>
            <a:r>
              <a:rPr lang="en-US" dirty="0" err="1" smtClean="0"/>
              <a:t>retrabalho</a:t>
            </a:r>
            <a:r>
              <a:rPr lang="en-US" dirty="0" smtClean="0"/>
              <a:t>;</a:t>
            </a:r>
            <a:endParaRPr lang="en-US" dirty="0"/>
          </a:p>
          <a:p>
            <a:pPr algn="just" eaLnBrk="1" hangingPunct="1">
              <a:defRPr/>
            </a:pPr>
            <a:r>
              <a:rPr lang="en-US" dirty="0" err="1"/>
              <a:t>Há</a:t>
            </a:r>
            <a:r>
              <a:rPr lang="en-US" dirty="0"/>
              <a:t> </a:t>
            </a:r>
            <a:r>
              <a:rPr lang="en-US" dirty="0" err="1"/>
              <a:t>ferramentas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automatizar</a:t>
            </a:r>
            <a:r>
              <a:rPr lang="en-US" dirty="0"/>
              <a:t> a </a:t>
            </a:r>
            <a:r>
              <a:rPr lang="en-US" dirty="0" err="1"/>
              <a:t>execução</a:t>
            </a:r>
            <a:r>
              <a:rPr lang="en-US" dirty="0"/>
              <a:t> de </a:t>
            </a:r>
            <a:r>
              <a:rPr lang="en-US" dirty="0" smtClean="0"/>
              <a:t>testes.</a:t>
            </a:r>
            <a:endParaRPr lang="en-US" dirty="0"/>
          </a:p>
        </p:txBody>
      </p:sp>
      <p:pic>
        <p:nvPicPr>
          <p:cNvPr id="2050" name="Picture 2" descr="Vetores de Feliz Desenho Animado Meninos E Meninas Pulando De Alegria Com  As Mãos No Ar Ilustração Vetorial Plana Isolada No Fundo Branco e mais  imagens de Alegria - iStock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602" y="805957"/>
            <a:ext cx="1586414" cy="158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49</a:t>
            </a:r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indent="0" eaLnBrk="1" hangingPunct="1">
              <a:defRPr/>
            </a:pPr>
            <a:r>
              <a:rPr lang="en-US"/>
              <a:t>Mais definições:</a:t>
            </a:r>
          </a:p>
        </p:txBody>
      </p:sp>
      <p:sp>
        <p:nvSpPr>
          <p:cNvPr id="7066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 marL="573088" indent="-533400" eaLnBrk="1" hangingPunct="1">
              <a:defRPr/>
            </a:pPr>
            <a:r>
              <a:rPr lang="en-US"/>
              <a:t>Um </a:t>
            </a:r>
            <a:r>
              <a:rPr lang="en-US" b="1"/>
              <a:t>caso de teste</a:t>
            </a:r>
            <a:r>
              <a:rPr lang="en-US"/>
              <a:t> é um item de teste que contém a seguinte informação:</a:t>
            </a:r>
          </a:p>
          <a:p>
            <a:pPr marL="573088" indent="-533400" eaLnBrk="1" hangingPunct="1">
              <a:buFont typeface="Wingdings" charset="0"/>
              <a:buNone/>
              <a:defRPr/>
            </a:pPr>
            <a:endParaRPr lang="en-US"/>
          </a:p>
          <a:p>
            <a:pPr marL="573088" indent="-533400" eaLnBrk="1" hangingPunct="1">
              <a:buSzPct val="99000"/>
              <a:buFont typeface="Wingdings" charset="0"/>
              <a:buAutoNum type="arabicPeriod"/>
              <a:defRPr/>
            </a:pPr>
            <a:r>
              <a:rPr lang="en-US"/>
              <a:t>um conjunto de entradas de teste</a:t>
            </a:r>
          </a:p>
          <a:p>
            <a:pPr marL="573088" indent="-533400" eaLnBrk="1" hangingPunct="1">
              <a:buSzPct val="99000"/>
              <a:buFont typeface="Wingdings" charset="0"/>
              <a:buAutoNum type="arabicPeriod"/>
              <a:defRPr/>
            </a:pPr>
            <a:r>
              <a:rPr lang="en-US"/>
              <a:t>condições de execução</a:t>
            </a:r>
          </a:p>
          <a:p>
            <a:pPr marL="573088" indent="-533400" eaLnBrk="1" hangingPunct="1">
              <a:buSzPct val="99000"/>
              <a:buFont typeface="Wingdings" charset="0"/>
              <a:buAutoNum type="arabicPeriod"/>
              <a:defRPr/>
            </a:pPr>
            <a:r>
              <a:rPr lang="en-US"/>
              <a:t>saídas esperadas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35</a:t>
            </a:r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647323"/>
            <a:ext cx="7024744" cy="877581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 dirty="0" err="1"/>
              <a:t>Exercício</a:t>
            </a:r>
            <a:r>
              <a:rPr lang="en-US" dirty="0"/>
              <a:t>: </a:t>
            </a:r>
            <a:r>
              <a:rPr lang="en-US" dirty="0" err="1"/>
              <a:t>teste</a:t>
            </a:r>
            <a:r>
              <a:rPr lang="en-US" dirty="0"/>
              <a:t> </a:t>
            </a:r>
            <a:r>
              <a:rPr lang="en-US" dirty="0" err="1"/>
              <a:t>caixa</a:t>
            </a:r>
            <a:r>
              <a:rPr lang="en-US" dirty="0"/>
              <a:t> </a:t>
            </a:r>
            <a:r>
              <a:rPr lang="en-US" dirty="0" err="1"/>
              <a:t>preta</a:t>
            </a:r>
            <a:endParaRPr lang="en-US" dirty="0"/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67105" y="1752600"/>
            <a:ext cx="4996962" cy="5105400"/>
          </a:xfrm>
        </p:spPr>
        <p:txBody>
          <a:bodyPr rIns="132080"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sz="2400" dirty="0"/>
              <a:t>Um </a:t>
            </a:r>
            <a:r>
              <a:rPr lang="en-US" sz="2400" dirty="0" err="1"/>
              <a:t>programa</a:t>
            </a:r>
            <a:r>
              <a:rPr lang="en-US" sz="2400" dirty="0"/>
              <a:t> </a:t>
            </a:r>
            <a:r>
              <a:rPr lang="en-US" sz="2400" dirty="0" err="1"/>
              <a:t>lê</a:t>
            </a:r>
            <a:r>
              <a:rPr lang="en-US" sz="2400" dirty="0"/>
              <a:t> </a:t>
            </a:r>
            <a:r>
              <a:rPr lang="en-US" sz="2400" dirty="0" err="1"/>
              <a:t>três</a:t>
            </a:r>
            <a:r>
              <a:rPr lang="en-US" sz="2400" dirty="0"/>
              <a:t> </a:t>
            </a:r>
            <a:r>
              <a:rPr lang="en-US" sz="2400" dirty="0" err="1"/>
              <a:t>valores</a:t>
            </a:r>
            <a:r>
              <a:rPr lang="en-US" sz="2400" dirty="0"/>
              <a:t> </a:t>
            </a:r>
            <a:r>
              <a:rPr lang="en-US" sz="2400" dirty="0" err="1"/>
              <a:t>inteiros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são</a:t>
            </a:r>
            <a:r>
              <a:rPr lang="en-US" sz="2400" dirty="0"/>
              <a:t> </a:t>
            </a:r>
            <a:r>
              <a:rPr lang="en-US" sz="2400" dirty="0" err="1"/>
              <a:t>interpretados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os</a:t>
            </a:r>
            <a:r>
              <a:rPr lang="en-US" sz="2400" dirty="0"/>
              <a:t> </a:t>
            </a:r>
            <a:r>
              <a:rPr lang="en-US" sz="2400" dirty="0" err="1"/>
              <a:t>comprimentos</a:t>
            </a:r>
            <a:r>
              <a:rPr lang="en-US" sz="2400" dirty="0"/>
              <a:t> dos </a:t>
            </a:r>
            <a:r>
              <a:rPr lang="en-US" sz="2400" dirty="0" err="1"/>
              <a:t>lados</a:t>
            </a:r>
            <a:r>
              <a:rPr lang="en-US" sz="2400" dirty="0"/>
              <a:t> de um </a:t>
            </a:r>
            <a:r>
              <a:rPr lang="en-US" sz="2400" dirty="0" err="1"/>
              <a:t>triângulo</a:t>
            </a:r>
            <a:r>
              <a:rPr lang="en-US" sz="2400" dirty="0"/>
              <a:t>. O </a:t>
            </a:r>
            <a:r>
              <a:rPr lang="en-US" sz="2400" dirty="0" err="1"/>
              <a:t>programa</a:t>
            </a:r>
            <a:r>
              <a:rPr lang="en-US" sz="2400" dirty="0"/>
              <a:t> </a:t>
            </a:r>
            <a:r>
              <a:rPr lang="en-US" sz="2400" dirty="0" err="1"/>
              <a:t>imprime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mensagem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mostra</a:t>
            </a:r>
            <a:r>
              <a:rPr lang="en-US" sz="2400" dirty="0"/>
              <a:t> se o </a:t>
            </a:r>
            <a:r>
              <a:rPr lang="en-US" sz="2400" dirty="0" err="1"/>
              <a:t>triângulo</a:t>
            </a:r>
            <a:r>
              <a:rPr lang="en-US" sz="2400" dirty="0"/>
              <a:t> é </a:t>
            </a:r>
            <a:r>
              <a:rPr lang="en-US" sz="2400" dirty="0" err="1"/>
              <a:t>escaleno</a:t>
            </a:r>
            <a:r>
              <a:rPr lang="en-US" sz="2400" dirty="0"/>
              <a:t>, </a:t>
            </a:r>
            <a:r>
              <a:rPr lang="en-US" sz="2400" dirty="0" err="1"/>
              <a:t>isósceles</a:t>
            </a:r>
            <a:r>
              <a:rPr lang="en-US" sz="2400" dirty="0"/>
              <a:t> </a:t>
            </a:r>
            <a:r>
              <a:rPr lang="en-US" sz="2400" dirty="0" err="1"/>
              <a:t>ou</a:t>
            </a:r>
            <a:r>
              <a:rPr lang="en-US" sz="2400" dirty="0"/>
              <a:t> </a:t>
            </a:r>
            <a:r>
              <a:rPr lang="en-US" sz="2400" dirty="0" err="1"/>
              <a:t>equilátero</a:t>
            </a:r>
            <a:r>
              <a:rPr lang="en-US" sz="2400" dirty="0"/>
              <a:t>.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2400" dirty="0" err="1"/>
              <a:t>Escreva</a:t>
            </a:r>
            <a:r>
              <a:rPr lang="en-US" sz="2400" dirty="0"/>
              <a:t> um </a:t>
            </a:r>
            <a:r>
              <a:rPr lang="en-US" sz="2400" dirty="0" err="1"/>
              <a:t>conjunto</a:t>
            </a:r>
            <a:r>
              <a:rPr lang="en-US" sz="2400" dirty="0"/>
              <a:t> de </a:t>
            </a:r>
            <a:r>
              <a:rPr lang="en-US" sz="2400" dirty="0" err="1"/>
              <a:t>casos</a:t>
            </a:r>
            <a:r>
              <a:rPr lang="en-US" sz="2400" dirty="0"/>
              <a:t> de testes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você</a:t>
            </a:r>
            <a:r>
              <a:rPr lang="en-US" sz="2400" dirty="0"/>
              <a:t> </a:t>
            </a:r>
            <a:r>
              <a:rPr lang="en-US" sz="2400" dirty="0" err="1"/>
              <a:t>usaria</a:t>
            </a:r>
            <a:r>
              <a:rPr lang="en-US" sz="2400" dirty="0"/>
              <a:t> </a:t>
            </a:r>
            <a:r>
              <a:rPr lang="en-US" sz="2400" dirty="0" err="1"/>
              <a:t>para</a:t>
            </a:r>
            <a:r>
              <a:rPr lang="en-US" sz="2400" dirty="0"/>
              <a:t> </a:t>
            </a:r>
            <a:r>
              <a:rPr lang="en-US" sz="2400" dirty="0" err="1"/>
              <a:t>testar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programa</a:t>
            </a:r>
            <a:r>
              <a:rPr lang="en-US" sz="2400" dirty="0"/>
              <a:t> </a:t>
            </a:r>
            <a:r>
              <a:rPr lang="en-US" sz="2400" dirty="0" err="1"/>
              <a:t>adequadamente</a:t>
            </a:r>
            <a:r>
              <a:rPr lang="en-US" sz="2400" dirty="0"/>
              <a:t>. </a:t>
            </a:r>
          </a:p>
        </p:txBody>
      </p:sp>
      <p:sp>
        <p:nvSpPr>
          <p:cNvPr id="50181" name="AutoShape 7"/>
          <p:cNvSpPr>
            <a:spLocks/>
          </p:cNvSpPr>
          <p:nvPr/>
        </p:nvSpPr>
        <p:spPr bwMode="auto">
          <a:xfrm rot="2100000">
            <a:off x="6135566" y="1851026"/>
            <a:ext cx="2615711" cy="262572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182" name="Rectangle 8"/>
          <p:cNvSpPr>
            <a:spLocks/>
          </p:cNvSpPr>
          <p:nvPr/>
        </p:nvSpPr>
        <p:spPr bwMode="auto">
          <a:xfrm>
            <a:off x="6592766" y="2252663"/>
            <a:ext cx="182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solidFill>
                  <a:schemeClr val="tx1"/>
                </a:solidFill>
                <a:latin typeface="Times New Roman" charset="0"/>
                <a:ea typeface="ＭＳ Ｐゴシック" charset="0"/>
                <a:sym typeface="Times New Roman" charset="0"/>
              </a:rPr>
              <a:t>a</a:t>
            </a:r>
          </a:p>
        </p:txBody>
      </p:sp>
      <p:sp>
        <p:nvSpPr>
          <p:cNvPr id="50183" name="Rectangle 9"/>
          <p:cNvSpPr>
            <a:spLocks/>
          </p:cNvSpPr>
          <p:nvPr/>
        </p:nvSpPr>
        <p:spPr bwMode="auto">
          <a:xfrm>
            <a:off x="8116766" y="3443288"/>
            <a:ext cx="1949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solidFill>
                  <a:schemeClr val="tx1"/>
                </a:solidFill>
                <a:latin typeface="Times New Roman" charset="0"/>
                <a:ea typeface="ＭＳ Ｐゴシック" charset="0"/>
                <a:sym typeface="Times New Roman" charset="0"/>
              </a:rPr>
              <a:t>b</a:t>
            </a:r>
          </a:p>
        </p:txBody>
      </p:sp>
      <p:sp>
        <p:nvSpPr>
          <p:cNvPr id="50184" name="Rectangle 10"/>
          <p:cNvSpPr>
            <a:spLocks/>
          </p:cNvSpPr>
          <p:nvPr/>
        </p:nvSpPr>
        <p:spPr bwMode="auto">
          <a:xfrm>
            <a:off x="6380285" y="4441825"/>
            <a:ext cx="1776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solidFill>
                  <a:schemeClr val="tx1"/>
                </a:solidFill>
                <a:latin typeface="Times New Roman" charset="0"/>
                <a:ea typeface="ＭＳ Ｐゴシック" charset="0"/>
                <a:sym typeface="Times New Roman" charset="0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36</a:t>
            </a:r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437322"/>
            <a:ext cx="7772400" cy="740076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 dirty="0" err="1"/>
              <a:t>Solução</a:t>
            </a:r>
            <a:endParaRPr lang="en-US" dirty="0"/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1280945"/>
            <a:ext cx="7989277" cy="5323219"/>
          </a:xfrm>
        </p:spPr>
        <p:txBody>
          <a:bodyPr rIns="132080"/>
          <a:lstStyle/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200" dirty="0" err="1"/>
              <a:t>Você</a:t>
            </a:r>
            <a:r>
              <a:rPr lang="en-US" sz="2200" dirty="0"/>
              <a:t> tem um </a:t>
            </a:r>
            <a:r>
              <a:rPr lang="en-US" sz="2200" dirty="0" err="1"/>
              <a:t>caso</a:t>
            </a:r>
            <a:r>
              <a:rPr lang="en-US" sz="2200" dirty="0"/>
              <a:t> de testes: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endParaRPr lang="en-US" sz="1200" dirty="0"/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/>
              <a:defRPr/>
            </a:pPr>
            <a:r>
              <a:rPr lang="en-US" sz="2200" dirty="0" err="1"/>
              <a:t>para</a:t>
            </a:r>
            <a:r>
              <a:rPr lang="en-US" sz="2200" dirty="0"/>
              <a:t> um </a:t>
            </a:r>
            <a:r>
              <a:rPr lang="en-US" sz="2200" dirty="0" err="1"/>
              <a:t>triângulo</a:t>
            </a:r>
            <a:r>
              <a:rPr lang="en-US" sz="2200" dirty="0"/>
              <a:t> </a:t>
            </a:r>
            <a:r>
              <a:rPr lang="en-US" sz="2200" dirty="0" err="1"/>
              <a:t>escaleno</a:t>
            </a:r>
            <a:r>
              <a:rPr lang="en-US" sz="2200" dirty="0"/>
              <a:t> </a:t>
            </a:r>
            <a:r>
              <a:rPr lang="en-US" sz="2200" dirty="0" err="1"/>
              <a:t>válido</a:t>
            </a:r>
            <a:r>
              <a:rPr lang="en-US" sz="2200" dirty="0"/>
              <a:t>? (1,2,3 é </a:t>
            </a:r>
            <a:r>
              <a:rPr lang="en-US" sz="2200" dirty="0" err="1"/>
              <a:t>inválido</a:t>
            </a:r>
            <a:r>
              <a:rPr lang="en-US" sz="2200" dirty="0"/>
              <a:t>)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/>
              <a:defRPr/>
            </a:pPr>
            <a:r>
              <a:rPr lang="en-US" sz="2200" dirty="0" err="1"/>
              <a:t>para</a:t>
            </a:r>
            <a:r>
              <a:rPr lang="en-US" sz="2200" dirty="0"/>
              <a:t> um </a:t>
            </a:r>
            <a:r>
              <a:rPr lang="en-US" sz="2200" dirty="0" err="1"/>
              <a:t>triângulo</a:t>
            </a:r>
            <a:r>
              <a:rPr lang="en-US" sz="2200" dirty="0"/>
              <a:t> </a:t>
            </a:r>
            <a:r>
              <a:rPr lang="en-US" sz="2200" dirty="0" err="1"/>
              <a:t>equilátero</a:t>
            </a:r>
            <a:r>
              <a:rPr lang="en-US" sz="2200" dirty="0"/>
              <a:t> </a:t>
            </a:r>
            <a:r>
              <a:rPr lang="en-US" sz="2200" dirty="0" err="1"/>
              <a:t>válido</a:t>
            </a:r>
            <a:r>
              <a:rPr lang="en-US" sz="2200" dirty="0"/>
              <a:t>? 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/>
              <a:defRPr/>
            </a:pPr>
            <a:r>
              <a:rPr lang="en-US" sz="2200" dirty="0" err="1"/>
              <a:t>para</a:t>
            </a:r>
            <a:r>
              <a:rPr lang="en-US" sz="2200" dirty="0"/>
              <a:t> um </a:t>
            </a:r>
            <a:r>
              <a:rPr lang="en-US" sz="2200" dirty="0" err="1"/>
              <a:t>triângulo</a:t>
            </a:r>
            <a:r>
              <a:rPr lang="en-US" sz="2200" dirty="0"/>
              <a:t> </a:t>
            </a:r>
            <a:r>
              <a:rPr lang="en-US" sz="2200" dirty="0" err="1"/>
              <a:t>isósceles</a:t>
            </a:r>
            <a:r>
              <a:rPr lang="en-US" sz="2200" dirty="0"/>
              <a:t> </a:t>
            </a:r>
            <a:r>
              <a:rPr lang="en-US" sz="2200" dirty="0" err="1"/>
              <a:t>válido</a:t>
            </a:r>
            <a:r>
              <a:rPr lang="en-US" sz="2200" dirty="0"/>
              <a:t>? (2,2,4 é </a:t>
            </a:r>
            <a:r>
              <a:rPr lang="en-US" sz="2200" dirty="0" err="1"/>
              <a:t>inválido</a:t>
            </a:r>
            <a:r>
              <a:rPr lang="en-US" sz="2200" dirty="0"/>
              <a:t>)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/>
              <a:defRPr/>
            </a:pPr>
            <a:r>
              <a:rPr lang="en-US" sz="2200" dirty="0" err="1"/>
              <a:t>para</a:t>
            </a:r>
            <a:r>
              <a:rPr lang="en-US" sz="2200" dirty="0"/>
              <a:t> </a:t>
            </a:r>
            <a:r>
              <a:rPr lang="en-US" sz="2200" dirty="0" err="1"/>
              <a:t>cada</a:t>
            </a:r>
            <a:r>
              <a:rPr lang="en-US" sz="2200" dirty="0"/>
              <a:t> </a:t>
            </a:r>
            <a:r>
              <a:rPr lang="en-US" sz="2200" dirty="0" err="1"/>
              <a:t>uma</a:t>
            </a:r>
            <a:r>
              <a:rPr lang="en-US" sz="2200" dirty="0"/>
              <a:t> das </a:t>
            </a:r>
            <a:r>
              <a:rPr lang="en-US" sz="2200" dirty="0" err="1"/>
              <a:t>três</a:t>
            </a:r>
            <a:r>
              <a:rPr lang="en-US" sz="2200" dirty="0"/>
              <a:t> </a:t>
            </a:r>
            <a:r>
              <a:rPr lang="en-US" sz="2200" dirty="0" err="1"/>
              <a:t>permutações</a:t>
            </a:r>
            <a:r>
              <a:rPr lang="en-US" sz="2200" dirty="0"/>
              <a:t> dos </a:t>
            </a:r>
            <a:r>
              <a:rPr lang="en-US" sz="2200" dirty="0" err="1"/>
              <a:t>dois</a:t>
            </a:r>
            <a:r>
              <a:rPr lang="en-US" sz="2200" dirty="0"/>
              <a:t> </a:t>
            </a:r>
            <a:r>
              <a:rPr lang="en-US" sz="2200" dirty="0" err="1"/>
              <a:t>lados</a:t>
            </a:r>
            <a:r>
              <a:rPr lang="en-US" sz="2200" dirty="0"/>
              <a:t> </a:t>
            </a:r>
            <a:r>
              <a:rPr lang="en-US" sz="2200" dirty="0" err="1"/>
              <a:t>em</a:t>
            </a:r>
            <a:r>
              <a:rPr lang="en-US" sz="2200" dirty="0"/>
              <a:t> </a:t>
            </a:r>
            <a:r>
              <a:rPr lang="en-US" sz="2200" dirty="0" err="1"/>
              <a:t>triângulos</a:t>
            </a:r>
            <a:r>
              <a:rPr lang="en-US" sz="2200" dirty="0"/>
              <a:t> </a:t>
            </a:r>
            <a:r>
              <a:rPr lang="en-US" sz="2200" dirty="0" err="1"/>
              <a:t>isósceles</a:t>
            </a:r>
            <a:r>
              <a:rPr lang="en-US" sz="2200" dirty="0"/>
              <a:t> </a:t>
            </a:r>
            <a:r>
              <a:rPr lang="en-US" sz="2200" dirty="0" err="1"/>
              <a:t>válidos</a:t>
            </a:r>
            <a:r>
              <a:rPr lang="en-US" sz="2200" dirty="0"/>
              <a:t>? (3,3,4 e 3,4,3 e 4,3,3)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/>
              <a:defRPr/>
            </a:pPr>
            <a:r>
              <a:rPr lang="en-US" sz="2200" dirty="0" err="1"/>
              <a:t>em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 um </a:t>
            </a:r>
            <a:r>
              <a:rPr lang="en-US" sz="2200" dirty="0" err="1"/>
              <a:t>lado</a:t>
            </a:r>
            <a:r>
              <a:rPr lang="en-US" sz="2200" dirty="0"/>
              <a:t> tem </a:t>
            </a:r>
            <a:r>
              <a:rPr lang="en-US" sz="2200" dirty="0" err="1"/>
              <a:t>comprimento</a:t>
            </a:r>
            <a:r>
              <a:rPr lang="en-US" sz="2200" dirty="0"/>
              <a:t> zero?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/>
              <a:defRPr/>
            </a:pPr>
            <a:r>
              <a:rPr lang="en-US" sz="2200" dirty="0" err="1"/>
              <a:t>em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 um </a:t>
            </a:r>
            <a:r>
              <a:rPr lang="en-US" sz="2200" dirty="0" err="1"/>
              <a:t>lado</a:t>
            </a:r>
            <a:r>
              <a:rPr lang="en-US" sz="2200" dirty="0"/>
              <a:t> tem </a:t>
            </a:r>
            <a:r>
              <a:rPr lang="en-US" sz="2200" dirty="0" err="1"/>
              <a:t>comprimento</a:t>
            </a:r>
            <a:r>
              <a:rPr lang="en-US" sz="2200" dirty="0"/>
              <a:t> </a:t>
            </a:r>
            <a:r>
              <a:rPr lang="en-US" sz="2200" dirty="0" err="1"/>
              <a:t>negativo</a:t>
            </a:r>
            <a:r>
              <a:rPr lang="en-US" sz="2200" dirty="0"/>
              <a:t>?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/>
              <a:defRPr/>
            </a:pPr>
            <a:r>
              <a:rPr lang="en-US" sz="2200" dirty="0" err="1"/>
              <a:t>em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 a soma do </a:t>
            </a:r>
            <a:r>
              <a:rPr lang="en-US" sz="2200" dirty="0" err="1"/>
              <a:t>comprimento</a:t>
            </a:r>
            <a:r>
              <a:rPr lang="en-US" sz="2200" dirty="0"/>
              <a:t> de </a:t>
            </a:r>
            <a:r>
              <a:rPr lang="en-US" sz="2200" dirty="0" err="1"/>
              <a:t>dois</a:t>
            </a:r>
            <a:r>
              <a:rPr lang="en-US" sz="2200" dirty="0"/>
              <a:t> </a:t>
            </a:r>
            <a:r>
              <a:rPr lang="en-US" sz="2200" dirty="0" err="1"/>
              <a:t>lados</a:t>
            </a:r>
            <a:r>
              <a:rPr lang="en-US" sz="2200" dirty="0"/>
              <a:t> é </a:t>
            </a:r>
            <a:r>
              <a:rPr lang="en-US" sz="2200" dirty="0" err="1"/>
              <a:t>igual</a:t>
            </a:r>
            <a:r>
              <a:rPr lang="en-US" sz="2200" dirty="0"/>
              <a:t> </a:t>
            </a:r>
            <a:r>
              <a:rPr lang="en-US" sz="2200" dirty="0" err="1"/>
              <a:t>ao</a:t>
            </a:r>
            <a:r>
              <a:rPr lang="en-US" sz="2200" dirty="0"/>
              <a:t> </a:t>
            </a:r>
            <a:r>
              <a:rPr lang="en-US" sz="2200" dirty="0" err="1"/>
              <a:t>comprimento</a:t>
            </a:r>
            <a:r>
              <a:rPr lang="en-US" sz="2200" dirty="0"/>
              <a:t> do </a:t>
            </a:r>
            <a:r>
              <a:rPr lang="en-US" sz="2200" dirty="0" err="1"/>
              <a:t>terceiro</a:t>
            </a:r>
            <a:r>
              <a:rPr lang="en-US" sz="2200" dirty="0"/>
              <a:t>? (se o </a:t>
            </a:r>
            <a:r>
              <a:rPr lang="en-US" sz="2200" dirty="0" err="1"/>
              <a:t>programa</a:t>
            </a:r>
            <a:r>
              <a:rPr lang="en-US" sz="2200" dirty="0"/>
              <a:t> </a:t>
            </a:r>
            <a:r>
              <a:rPr lang="en-US" sz="2200" dirty="0" err="1"/>
              <a:t>retornar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 1,2,3 é um </a:t>
            </a:r>
            <a:r>
              <a:rPr lang="en-US" sz="2200" dirty="0" err="1"/>
              <a:t>triângulo</a:t>
            </a:r>
            <a:r>
              <a:rPr lang="en-US" sz="2200" dirty="0"/>
              <a:t> </a:t>
            </a:r>
            <a:r>
              <a:rPr lang="en-US" sz="2200" dirty="0" err="1"/>
              <a:t>escaleno</a:t>
            </a:r>
            <a:r>
              <a:rPr lang="en-US" sz="2200" dirty="0"/>
              <a:t>, </a:t>
            </a:r>
            <a:r>
              <a:rPr lang="en-US" sz="2200" dirty="0" err="1"/>
              <a:t>ele</a:t>
            </a:r>
            <a:r>
              <a:rPr lang="en-US" sz="2200" dirty="0"/>
              <a:t> </a:t>
            </a:r>
            <a:r>
              <a:rPr lang="en-US" sz="2200" dirty="0" err="1"/>
              <a:t>contém</a:t>
            </a:r>
            <a:r>
              <a:rPr lang="en-US" sz="2200" dirty="0"/>
              <a:t> um </a:t>
            </a:r>
            <a:r>
              <a:rPr lang="en-US" sz="2200" dirty="0" err="1"/>
              <a:t>erro</a:t>
            </a:r>
            <a:r>
              <a:rPr lang="en-US" sz="2200" dirty="0"/>
              <a:t>) 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/>
              <a:defRPr/>
            </a:pPr>
            <a:r>
              <a:rPr lang="en-US" sz="2200" dirty="0" err="1"/>
              <a:t>para</a:t>
            </a:r>
            <a:r>
              <a:rPr lang="en-US" sz="2200" dirty="0"/>
              <a:t> </a:t>
            </a:r>
            <a:r>
              <a:rPr lang="en-US" sz="2200" dirty="0" err="1"/>
              <a:t>cada</a:t>
            </a:r>
            <a:r>
              <a:rPr lang="en-US" sz="2200" dirty="0"/>
              <a:t> </a:t>
            </a:r>
            <a:r>
              <a:rPr lang="en-US" sz="2200" dirty="0" err="1"/>
              <a:t>uma</a:t>
            </a:r>
            <a:r>
              <a:rPr lang="en-US" sz="2200" dirty="0"/>
              <a:t> das </a:t>
            </a:r>
            <a:r>
              <a:rPr lang="en-US" sz="2200" dirty="0" err="1"/>
              <a:t>três</a:t>
            </a:r>
            <a:r>
              <a:rPr lang="en-US" sz="2200" dirty="0"/>
              <a:t> </a:t>
            </a:r>
            <a:r>
              <a:rPr lang="en-US" sz="2200" dirty="0" err="1"/>
              <a:t>permutações</a:t>
            </a:r>
            <a:r>
              <a:rPr lang="en-US" sz="2200" dirty="0"/>
              <a:t> do </a:t>
            </a:r>
            <a:r>
              <a:rPr lang="en-US" sz="2200" dirty="0" err="1"/>
              <a:t>caso</a:t>
            </a:r>
            <a:r>
              <a:rPr lang="en-US" sz="2200" dirty="0"/>
              <a:t> 7? (1,2,3 e 2,1,3 e 3,1,2)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/>
          </p:cNvSpPr>
          <p:nvPr/>
        </p:nvSpPr>
        <p:spPr bwMode="auto">
          <a:xfrm>
            <a:off x="6843346" y="6272213"/>
            <a:ext cx="1852246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 algn="r"/>
            <a:r>
              <a:rPr lang="en-US" sz="1200">
                <a:solidFill>
                  <a:schemeClr val="tx1"/>
                </a:solidFill>
                <a:ea typeface="ＭＳ Ｐゴシック" charset="0"/>
              </a:rPr>
              <a:t>37</a:t>
            </a: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1"/>
            <a:ext cx="7772400" cy="1217239"/>
          </a:xfrm>
        </p:spPr>
        <p:txBody>
          <a:bodyPr rIns="132080"/>
          <a:lstStyle/>
          <a:p>
            <a:pPr indent="0" eaLnBrk="1" hangingPunct="1">
              <a:defRPr/>
            </a:pPr>
            <a:r>
              <a:rPr lang="en-US" dirty="0" err="1"/>
              <a:t>Solução</a:t>
            </a:r>
            <a:endParaRPr lang="en-US" dirty="0"/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1334157"/>
            <a:ext cx="7989277" cy="5118100"/>
          </a:xfrm>
        </p:spPr>
        <p:txBody>
          <a:bodyPr rIns="132080"/>
          <a:lstStyle/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200" dirty="0" err="1"/>
              <a:t>Você</a:t>
            </a:r>
            <a:r>
              <a:rPr lang="en-US" sz="2200" dirty="0"/>
              <a:t> tem um </a:t>
            </a:r>
            <a:r>
              <a:rPr lang="en-US" sz="2200" dirty="0" err="1"/>
              <a:t>caso</a:t>
            </a:r>
            <a:r>
              <a:rPr lang="en-US" sz="2200" dirty="0"/>
              <a:t> de testes: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endParaRPr lang="en-US" sz="900" dirty="0"/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 startAt="9"/>
              <a:defRPr/>
            </a:pPr>
            <a:r>
              <a:rPr lang="en-US" sz="2200" dirty="0" err="1"/>
              <a:t>em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 a soma do </a:t>
            </a:r>
            <a:r>
              <a:rPr lang="en-US" sz="2200" dirty="0" err="1"/>
              <a:t>comprimento</a:t>
            </a:r>
            <a:r>
              <a:rPr lang="en-US" sz="2200" dirty="0"/>
              <a:t> de </a:t>
            </a:r>
            <a:r>
              <a:rPr lang="en-US" sz="2200" dirty="0" err="1"/>
              <a:t>dois</a:t>
            </a:r>
            <a:r>
              <a:rPr lang="en-US" sz="2200" dirty="0"/>
              <a:t> </a:t>
            </a:r>
            <a:r>
              <a:rPr lang="en-US" sz="2200" dirty="0" err="1"/>
              <a:t>lados</a:t>
            </a:r>
            <a:r>
              <a:rPr lang="en-US" sz="2200" dirty="0"/>
              <a:t> é </a:t>
            </a:r>
            <a:r>
              <a:rPr lang="en-US" sz="2200" dirty="0" err="1"/>
              <a:t>menor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 o </a:t>
            </a:r>
            <a:r>
              <a:rPr lang="en-US" sz="2200" dirty="0" err="1"/>
              <a:t>comprimento</a:t>
            </a:r>
            <a:r>
              <a:rPr lang="en-US" sz="2200" dirty="0"/>
              <a:t> do </a:t>
            </a:r>
            <a:r>
              <a:rPr lang="en-US" sz="2200" dirty="0" err="1"/>
              <a:t>terceiro</a:t>
            </a:r>
            <a:r>
              <a:rPr lang="en-US" sz="2200" dirty="0"/>
              <a:t>? (1,2,4) 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 startAt="9"/>
              <a:defRPr/>
            </a:pPr>
            <a:r>
              <a:rPr lang="en-US" sz="2200" dirty="0" err="1"/>
              <a:t>para</a:t>
            </a:r>
            <a:r>
              <a:rPr lang="en-US" sz="2200" dirty="0"/>
              <a:t> </a:t>
            </a:r>
            <a:r>
              <a:rPr lang="en-US" sz="2200" dirty="0" err="1"/>
              <a:t>cada</a:t>
            </a:r>
            <a:r>
              <a:rPr lang="en-US" sz="2200" dirty="0"/>
              <a:t> </a:t>
            </a:r>
            <a:r>
              <a:rPr lang="en-US" sz="2200" dirty="0" err="1"/>
              <a:t>uma</a:t>
            </a:r>
            <a:r>
              <a:rPr lang="en-US" sz="2200" dirty="0"/>
              <a:t> das </a:t>
            </a:r>
            <a:r>
              <a:rPr lang="en-US" sz="2200" dirty="0" err="1"/>
              <a:t>três</a:t>
            </a:r>
            <a:r>
              <a:rPr lang="en-US" sz="2200" dirty="0"/>
              <a:t> </a:t>
            </a:r>
            <a:r>
              <a:rPr lang="en-US" sz="2200" dirty="0" err="1"/>
              <a:t>permutações</a:t>
            </a:r>
            <a:r>
              <a:rPr lang="en-US" sz="2200" dirty="0"/>
              <a:t> do </a:t>
            </a:r>
            <a:r>
              <a:rPr lang="en-US" sz="2200" dirty="0" err="1"/>
              <a:t>caso</a:t>
            </a:r>
            <a:r>
              <a:rPr lang="en-US" sz="2200" dirty="0"/>
              <a:t> 9? (1,2,4 e 1,4,2 e 4,1,2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 startAt="9"/>
              <a:defRPr/>
            </a:pPr>
            <a:r>
              <a:rPr lang="en-US" sz="2200" dirty="0" err="1"/>
              <a:t>em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 </a:t>
            </a:r>
            <a:r>
              <a:rPr lang="en-US" sz="2200" dirty="0" err="1"/>
              <a:t>todos</a:t>
            </a:r>
            <a:r>
              <a:rPr lang="en-US" sz="2200" dirty="0"/>
              <a:t> </a:t>
            </a:r>
            <a:r>
              <a:rPr lang="en-US" sz="2200" dirty="0" err="1"/>
              <a:t>os</a:t>
            </a:r>
            <a:r>
              <a:rPr lang="en-US" sz="2200" dirty="0"/>
              <a:t> </a:t>
            </a:r>
            <a:r>
              <a:rPr lang="en-US" sz="2200" dirty="0" err="1"/>
              <a:t>lados</a:t>
            </a:r>
            <a:r>
              <a:rPr lang="en-US" sz="2200" dirty="0"/>
              <a:t> tem </a:t>
            </a:r>
            <a:r>
              <a:rPr lang="en-US" sz="2200" dirty="0" err="1"/>
              <a:t>comprimento</a:t>
            </a:r>
            <a:r>
              <a:rPr lang="en-US" sz="2200" dirty="0"/>
              <a:t> zero? (0,0,0)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 startAt="9"/>
              <a:defRPr/>
            </a:pPr>
            <a:r>
              <a:rPr lang="en-US" sz="2200" dirty="0" err="1"/>
              <a:t>em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 </a:t>
            </a:r>
            <a:r>
              <a:rPr lang="en-US" sz="2200" dirty="0" err="1"/>
              <a:t>pelo</a:t>
            </a:r>
            <a:r>
              <a:rPr lang="en-US" sz="2200" dirty="0"/>
              <a:t> </a:t>
            </a:r>
            <a:r>
              <a:rPr lang="en-US" sz="2200" dirty="0" err="1"/>
              <a:t>menos</a:t>
            </a:r>
            <a:r>
              <a:rPr lang="en-US" sz="2200" dirty="0"/>
              <a:t> um dos </a:t>
            </a:r>
            <a:r>
              <a:rPr lang="en-US" sz="2200" dirty="0" err="1"/>
              <a:t>valores</a:t>
            </a:r>
            <a:r>
              <a:rPr lang="en-US" sz="2200" dirty="0"/>
              <a:t> é </a:t>
            </a:r>
            <a:r>
              <a:rPr lang="en-US" sz="2200" dirty="0" err="1"/>
              <a:t>não-inteiro</a:t>
            </a:r>
            <a:r>
              <a:rPr lang="en-US" sz="2200" dirty="0"/>
              <a:t>? (a,2,4)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 startAt="9"/>
              <a:defRPr/>
            </a:pPr>
            <a:r>
              <a:rPr lang="en-US" sz="2200" dirty="0" err="1"/>
              <a:t>em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 é </a:t>
            </a:r>
            <a:r>
              <a:rPr lang="en-US" sz="2200" dirty="0" err="1"/>
              <a:t>fornecido</a:t>
            </a:r>
            <a:r>
              <a:rPr lang="en-US" sz="2200" dirty="0"/>
              <a:t> o </a:t>
            </a:r>
            <a:r>
              <a:rPr lang="en-US" sz="2200" dirty="0" err="1"/>
              <a:t>número</a:t>
            </a:r>
            <a:r>
              <a:rPr lang="en-US" sz="2200" dirty="0"/>
              <a:t> </a:t>
            </a:r>
            <a:r>
              <a:rPr lang="en-US" sz="2200" dirty="0" err="1"/>
              <a:t>errado</a:t>
            </a:r>
            <a:r>
              <a:rPr lang="en-US" sz="2200" dirty="0"/>
              <a:t> de </a:t>
            </a:r>
            <a:r>
              <a:rPr lang="en-US" sz="2200" dirty="0" err="1"/>
              <a:t>valores</a:t>
            </a:r>
            <a:r>
              <a:rPr lang="en-US" sz="2200" dirty="0"/>
              <a:t> de </a:t>
            </a:r>
            <a:r>
              <a:rPr lang="en-US" sz="2200" dirty="0" err="1"/>
              <a:t>entrada</a:t>
            </a:r>
            <a:r>
              <a:rPr lang="en-US" sz="2200" dirty="0"/>
              <a:t>? (</a:t>
            </a:r>
            <a:r>
              <a:rPr lang="en-US" sz="2200" dirty="0" err="1"/>
              <a:t>dois</a:t>
            </a:r>
            <a:r>
              <a:rPr lang="en-US" sz="2200" dirty="0"/>
              <a:t> </a:t>
            </a:r>
            <a:r>
              <a:rPr lang="en-US" sz="2200" dirty="0" err="1"/>
              <a:t>ou</a:t>
            </a:r>
            <a:r>
              <a:rPr lang="en-US" sz="2200" dirty="0"/>
              <a:t> </a:t>
            </a:r>
            <a:r>
              <a:rPr lang="en-US" sz="2200" dirty="0" err="1"/>
              <a:t>quatro</a:t>
            </a:r>
            <a:r>
              <a:rPr lang="en-US" sz="2200" dirty="0"/>
              <a:t> </a:t>
            </a:r>
            <a:r>
              <a:rPr lang="en-US" sz="2200" dirty="0" err="1"/>
              <a:t>inteiros</a:t>
            </a:r>
            <a:r>
              <a:rPr lang="en-US" sz="2200" dirty="0"/>
              <a:t>) 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 startAt="9"/>
              <a:defRPr/>
            </a:pPr>
            <a:r>
              <a:rPr lang="en-US" sz="2200" dirty="0" err="1"/>
              <a:t>em</a:t>
            </a:r>
            <a:r>
              <a:rPr lang="en-US" sz="2200" dirty="0"/>
              <a:t> </a:t>
            </a:r>
            <a:r>
              <a:rPr lang="en-US" sz="2200" dirty="0" err="1"/>
              <a:t>todos</a:t>
            </a:r>
            <a:r>
              <a:rPr lang="en-US" sz="2200" dirty="0"/>
              <a:t> </a:t>
            </a:r>
            <a:r>
              <a:rPr lang="en-US" sz="2200" dirty="0" err="1"/>
              <a:t>seus</a:t>
            </a:r>
            <a:r>
              <a:rPr lang="en-US" sz="2200" dirty="0"/>
              <a:t> </a:t>
            </a:r>
            <a:r>
              <a:rPr lang="en-US" sz="2200" dirty="0" err="1"/>
              <a:t>casos</a:t>
            </a:r>
            <a:r>
              <a:rPr lang="en-US" sz="2200" dirty="0"/>
              <a:t> de </a:t>
            </a:r>
            <a:r>
              <a:rPr lang="en-US" sz="2200" dirty="0" err="1"/>
              <a:t>teste</a:t>
            </a:r>
            <a:r>
              <a:rPr lang="en-US" sz="2200" dirty="0"/>
              <a:t> </a:t>
            </a:r>
            <a:r>
              <a:rPr lang="en-US" sz="2200" dirty="0" err="1"/>
              <a:t>está</a:t>
            </a:r>
            <a:r>
              <a:rPr lang="en-US" sz="2200" dirty="0"/>
              <a:t> </a:t>
            </a:r>
            <a:r>
              <a:rPr lang="en-US" sz="2200" dirty="0" err="1"/>
              <a:t>especificada</a:t>
            </a:r>
            <a:r>
              <a:rPr lang="en-US" sz="2200" dirty="0"/>
              <a:t> a </a:t>
            </a:r>
            <a:r>
              <a:rPr lang="en-US" sz="2200" dirty="0" err="1"/>
              <a:t>saída</a:t>
            </a:r>
            <a:r>
              <a:rPr lang="en-US" sz="2200" dirty="0"/>
              <a:t> </a:t>
            </a:r>
            <a:r>
              <a:rPr lang="en-US" sz="2200" dirty="0" err="1"/>
              <a:t>esperada</a:t>
            </a:r>
            <a:r>
              <a:rPr lang="en-US" sz="2200" dirty="0"/>
              <a:t>?</a:t>
            </a:r>
          </a:p>
          <a:p>
            <a:pPr eaLnBrk="1" hangingPunct="1">
              <a:lnSpc>
                <a:spcPct val="80000"/>
              </a:lnSpc>
              <a:buSzPct val="99000"/>
              <a:buFont typeface="Wingdings" charset="0"/>
              <a:buAutoNum type="arabicPeriod" startAt="9"/>
              <a:defRPr/>
            </a:pPr>
            <a:endParaRPr lang="en-US" sz="2200" dirty="0"/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200" b="1" dirty="0"/>
              <a:t>Myers</a:t>
            </a:r>
            <a:r>
              <a:rPr lang="en-US" sz="2200" dirty="0"/>
              <a:t> </a:t>
            </a:r>
            <a:r>
              <a:rPr lang="en-US" sz="2200" dirty="0" err="1"/>
              <a:t>elaborou</a:t>
            </a:r>
            <a:r>
              <a:rPr lang="en-US" sz="2200" dirty="0"/>
              <a:t> </a:t>
            </a:r>
            <a:r>
              <a:rPr lang="en-US" sz="2200" dirty="0" err="1"/>
              <a:t>esse</a:t>
            </a:r>
            <a:r>
              <a:rPr lang="en-US" sz="2200" dirty="0"/>
              <a:t> </a:t>
            </a:r>
            <a:r>
              <a:rPr lang="en-US" sz="2200" dirty="0" err="1"/>
              <a:t>teste</a:t>
            </a:r>
            <a:r>
              <a:rPr lang="en-US" sz="2200" dirty="0"/>
              <a:t> </a:t>
            </a:r>
            <a:r>
              <a:rPr lang="en-US" sz="2200" dirty="0" err="1"/>
              <a:t>em</a:t>
            </a:r>
            <a:r>
              <a:rPr lang="en-US" sz="2200" dirty="0"/>
              <a:t> 1979. </a:t>
            </a:r>
            <a:r>
              <a:rPr lang="en-US" sz="2200" dirty="0" err="1"/>
              <a:t>Programadores</a:t>
            </a:r>
            <a:r>
              <a:rPr lang="en-US" sz="2200" dirty="0"/>
              <a:t> </a:t>
            </a:r>
            <a:r>
              <a:rPr lang="en-US" sz="2200" dirty="0" err="1"/>
              <a:t>profissionais</a:t>
            </a:r>
            <a:r>
              <a:rPr lang="en-US" sz="2200" dirty="0"/>
              <a:t> </a:t>
            </a:r>
            <a:r>
              <a:rPr lang="en-US" sz="2200" dirty="0" err="1"/>
              <a:t>tiram</a:t>
            </a:r>
            <a:r>
              <a:rPr lang="en-US" sz="2200" dirty="0"/>
              <a:t> </a:t>
            </a:r>
            <a:r>
              <a:rPr lang="en-US" sz="2200" dirty="0" err="1"/>
              <a:t>média</a:t>
            </a:r>
            <a:r>
              <a:rPr lang="en-US" sz="2200" dirty="0"/>
              <a:t> de 7.8 </a:t>
            </a:r>
            <a:r>
              <a:rPr lang="en-US" sz="2200" dirty="0" err="1"/>
              <a:t>em</a:t>
            </a:r>
            <a:r>
              <a:rPr lang="en-US" sz="2200" dirty="0"/>
              <a:t>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5"/>
          <p:cNvSpPr>
            <a:spLocks/>
          </p:cNvSpPr>
          <p:nvPr/>
        </p:nvSpPr>
        <p:spPr bwMode="auto">
          <a:xfrm>
            <a:off x="1312985" y="1822450"/>
            <a:ext cx="23160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teste de unidade</a:t>
            </a:r>
          </a:p>
        </p:txBody>
      </p:sp>
      <p:sp>
        <p:nvSpPr>
          <p:cNvPr id="71684" name="Rectangle 6"/>
          <p:cNvSpPr>
            <a:spLocks/>
          </p:cNvSpPr>
          <p:nvPr/>
        </p:nvSpPr>
        <p:spPr bwMode="auto">
          <a:xfrm>
            <a:off x="5553190" y="1884363"/>
            <a:ext cx="265797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 algn="ctr">
              <a:lnSpc>
                <a:spcPct val="75000"/>
              </a:lnSpc>
            </a:pPr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teste de integração</a:t>
            </a:r>
          </a:p>
        </p:txBody>
      </p:sp>
      <p:sp>
        <p:nvSpPr>
          <p:cNvPr id="71685" name="Rectangle 7"/>
          <p:cNvSpPr>
            <a:spLocks/>
          </p:cNvSpPr>
          <p:nvPr/>
        </p:nvSpPr>
        <p:spPr bwMode="auto">
          <a:xfrm>
            <a:off x="5607766" y="5973763"/>
            <a:ext cx="2617702" cy="56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 algn="ctr">
              <a:lnSpc>
                <a:spcPct val="75000"/>
              </a:lnSpc>
            </a:pPr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teste de validação/</a:t>
            </a:r>
          </a:p>
          <a:p>
            <a:pPr marL="38100" algn="ctr">
              <a:lnSpc>
                <a:spcPct val="75000"/>
              </a:lnSpc>
            </a:pPr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aceitação</a:t>
            </a:r>
          </a:p>
        </p:txBody>
      </p:sp>
      <p:sp>
        <p:nvSpPr>
          <p:cNvPr id="71686" name="Rectangle 8"/>
          <p:cNvSpPr>
            <a:spLocks/>
          </p:cNvSpPr>
          <p:nvPr/>
        </p:nvSpPr>
        <p:spPr bwMode="auto">
          <a:xfrm>
            <a:off x="794505" y="6003925"/>
            <a:ext cx="228107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 algn="ctr">
              <a:lnSpc>
                <a:spcPct val="75000"/>
              </a:lnSpc>
            </a:pPr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teste de sistema</a:t>
            </a:r>
          </a:p>
        </p:txBody>
      </p:sp>
      <p:sp>
        <p:nvSpPr>
          <p:cNvPr id="139273" name="Rectangle 9"/>
          <p:cNvSpPr>
            <a:spLocks noGrp="1" noChangeArrowheads="1"/>
          </p:cNvSpPr>
          <p:nvPr>
            <p:ph type="title"/>
          </p:nvPr>
        </p:nvSpPr>
        <p:spPr>
          <a:xfrm>
            <a:off x="1043490" y="886535"/>
            <a:ext cx="7024744" cy="560040"/>
          </a:xfrm>
        </p:spPr>
        <p:txBody>
          <a:bodyPr rIns="132080">
            <a:normAutofit fontScale="90000"/>
          </a:bodyPr>
          <a:lstStyle/>
          <a:p>
            <a:pPr indent="0" eaLnBrk="1" hangingPunct="1">
              <a:defRPr/>
            </a:pPr>
            <a:r>
              <a:rPr lang="en-US"/>
              <a:t>Níveis de teste</a:t>
            </a:r>
          </a:p>
        </p:txBody>
      </p:sp>
      <p:grpSp>
        <p:nvGrpSpPr>
          <p:cNvPr id="71688" name="Group 10"/>
          <p:cNvGrpSpPr>
            <a:grpSpLocks/>
          </p:cNvGrpSpPr>
          <p:nvPr/>
        </p:nvGrpSpPr>
        <p:grpSpPr bwMode="auto">
          <a:xfrm>
            <a:off x="2117481" y="2230439"/>
            <a:ext cx="4741985" cy="3781425"/>
            <a:chOff x="0" y="0"/>
            <a:chExt cx="3236" cy="2382"/>
          </a:xfrm>
        </p:grpSpPr>
        <p:grpSp>
          <p:nvGrpSpPr>
            <p:cNvPr id="71689" name="Group 11"/>
            <p:cNvGrpSpPr>
              <a:grpSpLocks/>
            </p:cNvGrpSpPr>
            <p:nvPr/>
          </p:nvGrpSpPr>
          <p:grpSpPr bwMode="auto">
            <a:xfrm>
              <a:off x="283" y="0"/>
              <a:ext cx="1250" cy="935"/>
              <a:chOff x="0" y="0"/>
              <a:chExt cx="1250" cy="935"/>
            </a:xfrm>
          </p:grpSpPr>
          <p:sp>
            <p:nvSpPr>
              <p:cNvPr id="71706" name="AutoShape 12"/>
              <p:cNvSpPr>
                <a:spLocks/>
              </p:cNvSpPr>
              <p:nvPr/>
            </p:nvSpPr>
            <p:spPr bwMode="auto">
              <a:xfrm>
                <a:off x="0" y="130"/>
                <a:ext cx="774" cy="623"/>
              </a:xfrm>
              <a:custGeom>
                <a:avLst/>
                <a:gdLst>
                  <a:gd name="T0" fmla="*/ 0 w 21600"/>
                  <a:gd name="T1" fmla="*/ 0 h 21600"/>
                  <a:gd name="T2" fmla="*/ 21600 w 21600"/>
                  <a:gd name="T3" fmla="*/ 16975 h 21600"/>
                  <a:gd name="T4" fmla="*/ 21600 w 21600"/>
                  <a:gd name="T5" fmla="*/ 21600 h 21600"/>
                  <a:gd name="T6" fmla="*/ 0 w 21600"/>
                  <a:gd name="T7" fmla="*/ 4625 h 21600"/>
                  <a:gd name="T8" fmla="*/ 0 w 21600"/>
                  <a:gd name="T9" fmla="*/ 0 h 21600"/>
                  <a:gd name="T10" fmla="*/ 0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16975"/>
                    </a:lnTo>
                    <a:lnTo>
                      <a:pt x="21600" y="21600"/>
                    </a:lnTo>
                    <a:lnTo>
                      <a:pt x="0" y="4625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008080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1707" name="AutoShape 13"/>
              <p:cNvSpPr>
                <a:spLocks/>
              </p:cNvSpPr>
              <p:nvPr/>
            </p:nvSpPr>
            <p:spPr bwMode="auto">
              <a:xfrm>
                <a:off x="4" y="0"/>
                <a:ext cx="1246" cy="802"/>
              </a:xfrm>
              <a:custGeom>
                <a:avLst/>
                <a:gdLst>
                  <a:gd name="T0" fmla="*/ 0 w 21600"/>
                  <a:gd name="T1" fmla="*/ 3611 h 21600"/>
                  <a:gd name="T2" fmla="*/ 5216 w 21600"/>
                  <a:gd name="T3" fmla="*/ 0 h 21600"/>
                  <a:gd name="T4" fmla="*/ 17874 w 21600"/>
                  <a:gd name="T5" fmla="*/ 12006 h 21600"/>
                  <a:gd name="T6" fmla="*/ 21600 w 21600"/>
                  <a:gd name="T7" fmla="*/ 8408 h 21600"/>
                  <a:gd name="T8" fmla="*/ 21600 w 21600"/>
                  <a:gd name="T9" fmla="*/ 19201 h 21600"/>
                  <a:gd name="T10" fmla="*/ 8942 w 21600"/>
                  <a:gd name="T11" fmla="*/ 21600 h 21600"/>
                  <a:gd name="T12" fmla="*/ 13404 w 21600"/>
                  <a:gd name="T13" fmla="*/ 16803 h 21600"/>
                  <a:gd name="T14" fmla="*/ 0 w 21600"/>
                  <a:gd name="T15" fmla="*/ 3611 h 21600"/>
                  <a:gd name="T16" fmla="*/ 0 w 21600"/>
                  <a:gd name="T17" fmla="*/ 361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00" h="21600">
                    <a:moveTo>
                      <a:pt x="0" y="3611"/>
                    </a:moveTo>
                    <a:lnTo>
                      <a:pt x="5216" y="0"/>
                    </a:lnTo>
                    <a:lnTo>
                      <a:pt x="17874" y="12006"/>
                    </a:lnTo>
                    <a:lnTo>
                      <a:pt x="21600" y="8408"/>
                    </a:lnTo>
                    <a:lnTo>
                      <a:pt x="21600" y="19201"/>
                    </a:lnTo>
                    <a:lnTo>
                      <a:pt x="8942" y="21600"/>
                    </a:lnTo>
                    <a:lnTo>
                      <a:pt x="13404" y="16803"/>
                    </a:lnTo>
                    <a:lnTo>
                      <a:pt x="0" y="3611"/>
                    </a:lnTo>
                    <a:close/>
                    <a:moveTo>
                      <a:pt x="0" y="3611"/>
                    </a:moveTo>
                  </a:path>
                </a:pathLst>
              </a:custGeom>
              <a:solidFill>
                <a:srgbClr val="00FFFF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1708" name="AutoShape 14"/>
              <p:cNvSpPr>
                <a:spLocks/>
              </p:cNvSpPr>
              <p:nvPr/>
            </p:nvSpPr>
            <p:spPr bwMode="auto">
              <a:xfrm>
                <a:off x="519" y="713"/>
                <a:ext cx="731" cy="222"/>
              </a:xfrm>
              <a:custGeom>
                <a:avLst/>
                <a:gdLst>
                  <a:gd name="T0" fmla="*/ 0 w 21600"/>
                  <a:gd name="T1" fmla="*/ 8621 h 21600"/>
                  <a:gd name="T2" fmla="*/ 21600 w 21600"/>
                  <a:gd name="T3" fmla="*/ 0 h 21600"/>
                  <a:gd name="T4" fmla="*/ 21600 w 21600"/>
                  <a:gd name="T5" fmla="*/ 12979 h 21600"/>
                  <a:gd name="T6" fmla="*/ 0 w 21600"/>
                  <a:gd name="T7" fmla="*/ 21600 h 21600"/>
                  <a:gd name="T8" fmla="*/ 0 w 21600"/>
                  <a:gd name="T9" fmla="*/ 8621 h 21600"/>
                  <a:gd name="T10" fmla="*/ 0 w 21600"/>
                  <a:gd name="T11" fmla="*/ 86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0" y="8621"/>
                    </a:moveTo>
                    <a:lnTo>
                      <a:pt x="21600" y="0"/>
                    </a:lnTo>
                    <a:lnTo>
                      <a:pt x="21600" y="12979"/>
                    </a:lnTo>
                    <a:lnTo>
                      <a:pt x="0" y="21600"/>
                    </a:lnTo>
                    <a:lnTo>
                      <a:pt x="0" y="8621"/>
                    </a:lnTo>
                    <a:close/>
                    <a:moveTo>
                      <a:pt x="0" y="8621"/>
                    </a:moveTo>
                  </a:path>
                </a:pathLst>
              </a:custGeom>
              <a:solidFill>
                <a:srgbClr val="008080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71690" name="Group 15"/>
            <p:cNvGrpSpPr>
              <a:grpSpLocks/>
            </p:cNvGrpSpPr>
            <p:nvPr/>
          </p:nvGrpSpPr>
          <p:grpSpPr bwMode="auto">
            <a:xfrm>
              <a:off x="1712" y="0"/>
              <a:ext cx="1246" cy="935"/>
              <a:chOff x="0" y="0"/>
              <a:chExt cx="1246" cy="935"/>
            </a:xfrm>
          </p:grpSpPr>
          <p:sp>
            <p:nvSpPr>
              <p:cNvPr id="71703" name="AutoShape 16"/>
              <p:cNvSpPr>
                <a:spLocks/>
              </p:cNvSpPr>
              <p:nvPr/>
            </p:nvSpPr>
            <p:spPr bwMode="auto">
              <a:xfrm>
                <a:off x="473" y="134"/>
                <a:ext cx="773" cy="623"/>
              </a:xfrm>
              <a:custGeom>
                <a:avLst/>
                <a:gdLst>
                  <a:gd name="T0" fmla="*/ 21600 w 21600"/>
                  <a:gd name="T1" fmla="*/ 0 h 21600"/>
                  <a:gd name="T2" fmla="*/ 0 w 21600"/>
                  <a:gd name="T3" fmla="*/ 16971 h 21600"/>
                  <a:gd name="T4" fmla="*/ 0 w 21600"/>
                  <a:gd name="T5" fmla="*/ 21600 h 21600"/>
                  <a:gd name="T6" fmla="*/ 21600 w 21600"/>
                  <a:gd name="T7" fmla="*/ 4629 h 21600"/>
                  <a:gd name="T8" fmla="*/ 21600 w 21600"/>
                  <a:gd name="T9" fmla="*/ 0 h 21600"/>
                  <a:gd name="T10" fmla="*/ 21600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0" y="16971"/>
                    </a:lnTo>
                    <a:lnTo>
                      <a:pt x="0" y="21600"/>
                    </a:lnTo>
                    <a:lnTo>
                      <a:pt x="21600" y="4629"/>
                    </a:lnTo>
                    <a:lnTo>
                      <a:pt x="21600" y="0"/>
                    </a:lnTo>
                    <a:close/>
                    <a:moveTo>
                      <a:pt x="21600" y="0"/>
                    </a:moveTo>
                  </a:path>
                </a:pathLst>
              </a:custGeom>
              <a:solidFill>
                <a:srgbClr val="008080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1704" name="AutoShape 17"/>
              <p:cNvSpPr>
                <a:spLocks/>
              </p:cNvSpPr>
              <p:nvPr/>
            </p:nvSpPr>
            <p:spPr bwMode="auto">
              <a:xfrm>
                <a:off x="0" y="0"/>
                <a:ext cx="1246" cy="802"/>
              </a:xfrm>
              <a:custGeom>
                <a:avLst/>
                <a:gdLst>
                  <a:gd name="T0" fmla="*/ 21600 w 21600"/>
                  <a:gd name="T1" fmla="*/ 3611 h 21600"/>
                  <a:gd name="T2" fmla="*/ 16391 w 21600"/>
                  <a:gd name="T3" fmla="*/ 0 h 21600"/>
                  <a:gd name="T4" fmla="*/ 3727 w 21600"/>
                  <a:gd name="T5" fmla="*/ 12006 h 21600"/>
                  <a:gd name="T6" fmla="*/ 0 w 21600"/>
                  <a:gd name="T7" fmla="*/ 8408 h 21600"/>
                  <a:gd name="T8" fmla="*/ 0 w 21600"/>
                  <a:gd name="T9" fmla="*/ 19201 h 21600"/>
                  <a:gd name="T10" fmla="*/ 12664 w 21600"/>
                  <a:gd name="T11" fmla="*/ 21600 h 21600"/>
                  <a:gd name="T12" fmla="*/ 8191 w 21600"/>
                  <a:gd name="T13" fmla="*/ 16803 h 21600"/>
                  <a:gd name="T14" fmla="*/ 21600 w 21600"/>
                  <a:gd name="T15" fmla="*/ 3611 h 21600"/>
                  <a:gd name="T16" fmla="*/ 21600 w 21600"/>
                  <a:gd name="T17" fmla="*/ 361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00" h="21600">
                    <a:moveTo>
                      <a:pt x="21600" y="3611"/>
                    </a:moveTo>
                    <a:lnTo>
                      <a:pt x="16391" y="0"/>
                    </a:lnTo>
                    <a:lnTo>
                      <a:pt x="3727" y="12006"/>
                    </a:lnTo>
                    <a:lnTo>
                      <a:pt x="0" y="8408"/>
                    </a:lnTo>
                    <a:lnTo>
                      <a:pt x="0" y="19201"/>
                    </a:lnTo>
                    <a:lnTo>
                      <a:pt x="12664" y="21600"/>
                    </a:lnTo>
                    <a:lnTo>
                      <a:pt x="8191" y="16803"/>
                    </a:lnTo>
                    <a:lnTo>
                      <a:pt x="21600" y="3611"/>
                    </a:lnTo>
                    <a:close/>
                    <a:moveTo>
                      <a:pt x="21600" y="3611"/>
                    </a:moveTo>
                  </a:path>
                </a:pathLst>
              </a:custGeom>
              <a:solidFill>
                <a:srgbClr val="00FFFF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1705" name="AutoShape 18"/>
              <p:cNvSpPr>
                <a:spLocks/>
              </p:cNvSpPr>
              <p:nvPr/>
            </p:nvSpPr>
            <p:spPr bwMode="auto">
              <a:xfrm>
                <a:off x="0" y="713"/>
                <a:ext cx="730" cy="222"/>
              </a:xfrm>
              <a:custGeom>
                <a:avLst/>
                <a:gdLst>
                  <a:gd name="T0" fmla="*/ 21600 w 21600"/>
                  <a:gd name="T1" fmla="*/ 8621 h 21600"/>
                  <a:gd name="T2" fmla="*/ 0 w 21600"/>
                  <a:gd name="T3" fmla="*/ 0 h 21600"/>
                  <a:gd name="T4" fmla="*/ 0 w 21600"/>
                  <a:gd name="T5" fmla="*/ 12979 h 21600"/>
                  <a:gd name="T6" fmla="*/ 21600 w 21600"/>
                  <a:gd name="T7" fmla="*/ 21600 h 21600"/>
                  <a:gd name="T8" fmla="*/ 21600 w 21600"/>
                  <a:gd name="T9" fmla="*/ 8621 h 21600"/>
                  <a:gd name="T10" fmla="*/ 21600 w 21600"/>
                  <a:gd name="T11" fmla="*/ 862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8621"/>
                    </a:moveTo>
                    <a:lnTo>
                      <a:pt x="0" y="0"/>
                    </a:lnTo>
                    <a:lnTo>
                      <a:pt x="0" y="12979"/>
                    </a:lnTo>
                    <a:lnTo>
                      <a:pt x="21600" y="21600"/>
                    </a:lnTo>
                    <a:lnTo>
                      <a:pt x="21600" y="8621"/>
                    </a:lnTo>
                    <a:close/>
                    <a:moveTo>
                      <a:pt x="21600" y="8621"/>
                    </a:moveTo>
                  </a:path>
                </a:pathLst>
              </a:custGeom>
              <a:solidFill>
                <a:srgbClr val="008080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71691" name="Group 19"/>
            <p:cNvGrpSpPr>
              <a:grpSpLocks/>
            </p:cNvGrpSpPr>
            <p:nvPr/>
          </p:nvGrpSpPr>
          <p:grpSpPr bwMode="auto">
            <a:xfrm>
              <a:off x="0" y="958"/>
              <a:ext cx="1546" cy="1424"/>
              <a:chOff x="0" y="0"/>
              <a:chExt cx="1546" cy="1424"/>
            </a:xfrm>
          </p:grpSpPr>
          <p:sp>
            <p:nvSpPr>
              <p:cNvPr id="71698" name="AutoShape 20"/>
              <p:cNvSpPr>
                <a:spLocks/>
              </p:cNvSpPr>
              <p:nvPr/>
            </p:nvSpPr>
            <p:spPr bwMode="auto">
              <a:xfrm>
                <a:off x="343" y="441"/>
                <a:ext cx="988" cy="983"/>
              </a:xfrm>
              <a:custGeom>
                <a:avLst/>
                <a:gdLst>
                  <a:gd name="T0" fmla="*/ 0 w 21600"/>
                  <a:gd name="T1" fmla="*/ 16214 h 21600"/>
                  <a:gd name="T2" fmla="*/ 0 w 21600"/>
                  <a:gd name="T3" fmla="*/ 21600 h 21600"/>
                  <a:gd name="T4" fmla="*/ 21600 w 21600"/>
                  <a:gd name="T5" fmla="*/ 3243 h 21600"/>
                  <a:gd name="T6" fmla="*/ 21600 w 21600"/>
                  <a:gd name="T7" fmla="*/ 0 h 21600"/>
                  <a:gd name="T8" fmla="*/ 0 w 21600"/>
                  <a:gd name="T9" fmla="*/ 16214 h 21600"/>
                  <a:gd name="T10" fmla="*/ 0 w 21600"/>
                  <a:gd name="T11" fmla="*/ 16214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0" y="16214"/>
                    </a:moveTo>
                    <a:lnTo>
                      <a:pt x="0" y="21600"/>
                    </a:lnTo>
                    <a:lnTo>
                      <a:pt x="21600" y="3243"/>
                    </a:lnTo>
                    <a:lnTo>
                      <a:pt x="21600" y="0"/>
                    </a:lnTo>
                    <a:lnTo>
                      <a:pt x="0" y="16214"/>
                    </a:lnTo>
                    <a:close/>
                    <a:moveTo>
                      <a:pt x="0" y="16214"/>
                    </a:moveTo>
                  </a:path>
                </a:pathLst>
              </a:custGeom>
              <a:solidFill>
                <a:srgbClr val="008080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1699" name="AutoShape 21"/>
              <p:cNvSpPr>
                <a:spLocks/>
              </p:cNvSpPr>
              <p:nvPr/>
            </p:nvSpPr>
            <p:spPr bwMode="auto">
              <a:xfrm>
                <a:off x="816" y="0"/>
                <a:ext cx="215" cy="294"/>
              </a:xfrm>
              <a:custGeom>
                <a:avLst/>
                <a:gdLst>
                  <a:gd name="T0" fmla="*/ 21600 w 21600"/>
                  <a:gd name="T1" fmla="*/ 10763 h 21600"/>
                  <a:gd name="T2" fmla="*/ 21600 w 21600"/>
                  <a:gd name="T3" fmla="*/ 21600 h 21600"/>
                  <a:gd name="T4" fmla="*/ 0 w 21600"/>
                  <a:gd name="T5" fmla="*/ 8376 h 21600"/>
                  <a:gd name="T6" fmla="*/ 0 w 21600"/>
                  <a:gd name="T7" fmla="*/ 0 h 21600"/>
                  <a:gd name="T8" fmla="*/ 21600 w 21600"/>
                  <a:gd name="T9" fmla="*/ 10763 h 21600"/>
                  <a:gd name="T10" fmla="*/ 21600 w 21600"/>
                  <a:gd name="T11" fmla="*/ 10763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10763"/>
                    </a:moveTo>
                    <a:lnTo>
                      <a:pt x="21600" y="21600"/>
                    </a:lnTo>
                    <a:lnTo>
                      <a:pt x="0" y="8376"/>
                    </a:lnTo>
                    <a:lnTo>
                      <a:pt x="0" y="0"/>
                    </a:lnTo>
                    <a:lnTo>
                      <a:pt x="21600" y="10763"/>
                    </a:lnTo>
                    <a:close/>
                    <a:moveTo>
                      <a:pt x="21600" y="10763"/>
                    </a:moveTo>
                  </a:path>
                </a:pathLst>
              </a:custGeom>
              <a:solidFill>
                <a:srgbClr val="008080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1700" name="AutoShape 22"/>
              <p:cNvSpPr>
                <a:spLocks/>
              </p:cNvSpPr>
              <p:nvPr/>
            </p:nvSpPr>
            <p:spPr bwMode="auto">
              <a:xfrm>
                <a:off x="0" y="0"/>
                <a:ext cx="1546" cy="1179"/>
              </a:xfrm>
              <a:custGeom>
                <a:avLst/>
                <a:gdLst>
                  <a:gd name="T0" fmla="*/ 0 w 21600"/>
                  <a:gd name="T1" fmla="*/ 13493 h 21600"/>
                  <a:gd name="T2" fmla="*/ 14393 w 21600"/>
                  <a:gd name="T3" fmla="*/ 2684 h 21600"/>
                  <a:gd name="T4" fmla="*/ 11390 w 21600"/>
                  <a:gd name="T5" fmla="*/ 0 h 21600"/>
                  <a:gd name="T6" fmla="*/ 20999 w 21600"/>
                  <a:gd name="T7" fmla="*/ 889 h 21600"/>
                  <a:gd name="T8" fmla="*/ 21600 w 21600"/>
                  <a:gd name="T9" fmla="*/ 11698 h 21600"/>
                  <a:gd name="T10" fmla="*/ 18597 w 21600"/>
                  <a:gd name="T11" fmla="*/ 8089 h 21600"/>
                  <a:gd name="T12" fmla="*/ 4791 w 21600"/>
                  <a:gd name="T13" fmla="*/ 21600 h 21600"/>
                  <a:gd name="T14" fmla="*/ 0 w 21600"/>
                  <a:gd name="T15" fmla="*/ 13493 h 21600"/>
                  <a:gd name="T16" fmla="*/ 0 w 21600"/>
                  <a:gd name="T17" fmla="*/ 13493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00" h="21600">
                    <a:moveTo>
                      <a:pt x="0" y="13493"/>
                    </a:moveTo>
                    <a:lnTo>
                      <a:pt x="14393" y="2684"/>
                    </a:lnTo>
                    <a:lnTo>
                      <a:pt x="11390" y="0"/>
                    </a:lnTo>
                    <a:lnTo>
                      <a:pt x="20999" y="889"/>
                    </a:lnTo>
                    <a:lnTo>
                      <a:pt x="21600" y="11698"/>
                    </a:lnTo>
                    <a:lnTo>
                      <a:pt x="18597" y="8089"/>
                    </a:lnTo>
                    <a:lnTo>
                      <a:pt x="4791" y="21600"/>
                    </a:lnTo>
                    <a:lnTo>
                      <a:pt x="0" y="13493"/>
                    </a:lnTo>
                    <a:close/>
                    <a:moveTo>
                      <a:pt x="0" y="13493"/>
                    </a:moveTo>
                  </a:path>
                </a:pathLst>
              </a:custGeom>
              <a:solidFill>
                <a:srgbClr val="00FFFF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1701" name="AutoShape 23"/>
              <p:cNvSpPr>
                <a:spLocks/>
              </p:cNvSpPr>
              <p:nvPr/>
            </p:nvSpPr>
            <p:spPr bwMode="auto">
              <a:xfrm>
                <a:off x="0" y="736"/>
                <a:ext cx="343" cy="688"/>
              </a:xfrm>
              <a:custGeom>
                <a:avLst/>
                <a:gdLst>
                  <a:gd name="T0" fmla="*/ 0 w 21600"/>
                  <a:gd name="T1" fmla="*/ 0 h 21600"/>
                  <a:gd name="T2" fmla="*/ 21600 w 21600"/>
                  <a:gd name="T3" fmla="*/ 13903 h 21600"/>
                  <a:gd name="T4" fmla="*/ 21600 w 21600"/>
                  <a:gd name="T5" fmla="*/ 21600 h 21600"/>
                  <a:gd name="T6" fmla="*/ 0 w 21600"/>
                  <a:gd name="T7" fmla="*/ 6943 h 21600"/>
                  <a:gd name="T8" fmla="*/ 0 w 21600"/>
                  <a:gd name="T9" fmla="*/ 0 h 21600"/>
                  <a:gd name="T10" fmla="*/ 0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13903"/>
                    </a:lnTo>
                    <a:lnTo>
                      <a:pt x="21600" y="21600"/>
                    </a:lnTo>
                    <a:lnTo>
                      <a:pt x="0" y="6943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008080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1702" name="AutoShape 24"/>
              <p:cNvSpPr>
                <a:spLocks/>
              </p:cNvSpPr>
              <p:nvPr/>
            </p:nvSpPr>
            <p:spPr bwMode="auto">
              <a:xfrm>
                <a:off x="1331" y="441"/>
                <a:ext cx="215" cy="36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8777 h 21600"/>
                  <a:gd name="T4" fmla="*/ 21600 w 21600"/>
                  <a:gd name="T5" fmla="*/ 21600 h 21600"/>
                  <a:gd name="T6" fmla="*/ 21600 w 21600"/>
                  <a:gd name="T7" fmla="*/ 11722 h 21600"/>
                  <a:gd name="T8" fmla="*/ 0 w 21600"/>
                  <a:gd name="T9" fmla="*/ 0 h 21600"/>
                  <a:gd name="T10" fmla="*/ 0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0" y="8777"/>
                    </a:lnTo>
                    <a:lnTo>
                      <a:pt x="21600" y="21600"/>
                    </a:lnTo>
                    <a:lnTo>
                      <a:pt x="21600" y="11722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008080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71692" name="Group 25"/>
            <p:cNvGrpSpPr>
              <a:grpSpLocks/>
            </p:cNvGrpSpPr>
            <p:nvPr/>
          </p:nvGrpSpPr>
          <p:grpSpPr bwMode="auto">
            <a:xfrm>
              <a:off x="1690" y="958"/>
              <a:ext cx="1546" cy="1424"/>
              <a:chOff x="0" y="0"/>
              <a:chExt cx="1546" cy="1424"/>
            </a:xfrm>
          </p:grpSpPr>
          <p:sp>
            <p:nvSpPr>
              <p:cNvPr id="71693" name="AutoShape 26"/>
              <p:cNvSpPr>
                <a:spLocks/>
              </p:cNvSpPr>
              <p:nvPr/>
            </p:nvSpPr>
            <p:spPr bwMode="auto">
              <a:xfrm>
                <a:off x="214" y="441"/>
                <a:ext cx="989" cy="983"/>
              </a:xfrm>
              <a:custGeom>
                <a:avLst/>
                <a:gdLst>
                  <a:gd name="T0" fmla="*/ 21600 w 21600"/>
                  <a:gd name="T1" fmla="*/ 16214 h 21600"/>
                  <a:gd name="T2" fmla="*/ 21600 w 21600"/>
                  <a:gd name="T3" fmla="*/ 21600 h 21600"/>
                  <a:gd name="T4" fmla="*/ 0 w 21600"/>
                  <a:gd name="T5" fmla="*/ 3243 h 21600"/>
                  <a:gd name="T6" fmla="*/ 0 w 21600"/>
                  <a:gd name="T7" fmla="*/ 0 h 21600"/>
                  <a:gd name="T8" fmla="*/ 21600 w 21600"/>
                  <a:gd name="T9" fmla="*/ 16214 h 21600"/>
                  <a:gd name="T10" fmla="*/ 21600 w 21600"/>
                  <a:gd name="T11" fmla="*/ 16214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16214"/>
                    </a:moveTo>
                    <a:lnTo>
                      <a:pt x="21600" y="21600"/>
                    </a:lnTo>
                    <a:lnTo>
                      <a:pt x="0" y="3243"/>
                    </a:lnTo>
                    <a:lnTo>
                      <a:pt x="0" y="0"/>
                    </a:lnTo>
                    <a:lnTo>
                      <a:pt x="21600" y="16214"/>
                    </a:lnTo>
                    <a:close/>
                    <a:moveTo>
                      <a:pt x="21600" y="16214"/>
                    </a:moveTo>
                  </a:path>
                </a:pathLst>
              </a:custGeom>
              <a:solidFill>
                <a:srgbClr val="008080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1694" name="AutoShape 27"/>
              <p:cNvSpPr>
                <a:spLocks/>
              </p:cNvSpPr>
              <p:nvPr/>
            </p:nvSpPr>
            <p:spPr bwMode="auto">
              <a:xfrm>
                <a:off x="515" y="0"/>
                <a:ext cx="215" cy="294"/>
              </a:xfrm>
              <a:custGeom>
                <a:avLst/>
                <a:gdLst>
                  <a:gd name="T0" fmla="*/ 0 w 21600"/>
                  <a:gd name="T1" fmla="*/ 10763 h 21600"/>
                  <a:gd name="T2" fmla="*/ 0 w 21600"/>
                  <a:gd name="T3" fmla="*/ 21600 h 21600"/>
                  <a:gd name="T4" fmla="*/ 21600 w 21600"/>
                  <a:gd name="T5" fmla="*/ 8376 h 21600"/>
                  <a:gd name="T6" fmla="*/ 21600 w 21600"/>
                  <a:gd name="T7" fmla="*/ 0 h 21600"/>
                  <a:gd name="T8" fmla="*/ 0 w 21600"/>
                  <a:gd name="T9" fmla="*/ 10763 h 21600"/>
                  <a:gd name="T10" fmla="*/ 0 w 21600"/>
                  <a:gd name="T11" fmla="*/ 10763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0" y="10763"/>
                    </a:moveTo>
                    <a:lnTo>
                      <a:pt x="0" y="21600"/>
                    </a:lnTo>
                    <a:lnTo>
                      <a:pt x="21600" y="8376"/>
                    </a:lnTo>
                    <a:lnTo>
                      <a:pt x="21600" y="0"/>
                    </a:lnTo>
                    <a:lnTo>
                      <a:pt x="0" y="10763"/>
                    </a:lnTo>
                    <a:close/>
                    <a:moveTo>
                      <a:pt x="0" y="10763"/>
                    </a:moveTo>
                  </a:path>
                </a:pathLst>
              </a:custGeom>
              <a:solidFill>
                <a:srgbClr val="008080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1695" name="AutoShape 28"/>
              <p:cNvSpPr>
                <a:spLocks/>
              </p:cNvSpPr>
              <p:nvPr/>
            </p:nvSpPr>
            <p:spPr bwMode="auto">
              <a:xfrm>
                <a:off x="0" y="0"/>
                <a:ext cx="1546" cy="1179"/>
              </a:xfrm>
              <a:custGeom>
                <a:avLst/>
                <a:gdLst>
                  <a:gd name="T0" fmla="*/ 21600 w 21600"/>
                  <a:gd name="T1" fmla="*/ 13493 h 21600"/>
                  <a:gd name="T2" fmla="*/ 7202 w 21600"/>
                  <a:gd name="T3" fmla="*/ 2684 h 21600"/>
                  <a:gd name="T4" fmla="*/ 10206 w 21600"/>
                  <a:gd name="T5" fmla="*/ 0 h 21600"/>
                  <a:gd name="T6" fmla="*/ 601 w 21600"/>
                  <a:gd name="T7" fmla="*/ 889 h 21600"/>
                  <a:gd name="T8" fmla="*/ 0 w 21600"/>
                  <a:gd name="T9" fmla="*/ 11698 h 21600"/>
                  <a:gd name="T10" fmla="*/ 3004 w 21600"/>
                  <a:gd name="T11" fmla="*/ 8089 h 21600"/>
                  <a:gd name="T12" fmla="*/ 16815 w 21600"/>
                  <a:gd name="T13" fmla="*/ 21600 h 21600"/>
                  <a:gd name="T14" fmla="*/ 21600 w 21600"/>
                  <a:gd name="T15" fmla="*/ 13493 h 21600"/>
                  <a:gd name="T16" fmla="*/ 21600 w 21600"/>
                  <a:gd name="T17" fmla="*/ 13493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00" h="21600">
                    <a:moveTo>
                      <a:pt x="21600" y="13493"/>
                    </a:moveTo>
                    <a:lnTo>
                      <a:pt x="7202" y="2684"/>
                    </a:lnTo>
                    <a:lnTo>
                      <a:pt x="10206" y="0"/>
                    </a:lnTo>
                    <a:lnTo>
                      <a:pt x="601" y="889"/>
                    </a:lnTo>
                    <a:lnTo>
                      <a:pt x="0" y="11698"/>
                    </a:lnTo>
                    <a:lnTo>
                      <a:pt x="3004" y="8089"/>
                    </a:lnTo>
                    <a:lnTo>
                      <a:pt x="16815" y="21600"/>
                    </a:lnTo>
                    <a:lnTo>
                      <a:pt x="21600" y="13493"/>
                    </a:lnTo>
                    <a:close/>
                    <a:moveTo>
                      <a:pt x="21600" y="13493"/>
                    </a:moveTo>
                  </a:path>
                </a:pathLst>
              </a:custGeom>
              <a:solidFill>
                <a:srgbClr val="00FFFF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1696" name="AutoShape 29"/>
              <p:cNvSpPr>
                <a:spLocks/>
              </p:cNvSpPr>
              <p:nvPr/>
            </p:nvSpPr>
            <p:spPr bwMode="auto">
              <a:xfrm>
                <a:off x="1203" y="736"/>
                <a:ext cx="343" cy="688"/>
              </a:xfrm>
              <a:custGeom>
                <a:avLst/>
                <a:gdLst>
                  <a:gd name="T0" fmla="*/ 21600 w 21600"/>
                  <a:gd name="T1" fmla="*/ 0 h 21600"/>
                  <a:gd name="T2" fmla="*/ 0 w 21600"/>
                  <a:gd name="T3" fmla="*/ 13903 h 21600"/>
                  <a:gd name="T4" fmla="*/ 0 w 21600"/>
                  <a:gd name="T5" fmla="*/ 21600 h 21600"/>
                  <a:gd name="T6" fmla="*/ 21600 w 21600"/>
                  <a:gd name="T7" fmla="*/ 6943 h 21600"/>
                  <a:gd name="T8" fmla="*/ 21600 w 21600"/>
                  <a:gd name="T9" fmla="*/ 0 h 21600"/>
                  <a:gd name="T10" fmla="*/ 21600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0" y="13903"/>
                    </a:lnTo>
                    <a:lnTo>
                      <a:pt x="0" y="21600"/>
                    </a:lnTo>
                    <a:lnTo>
                      <a:pt x="21600" y="6943"/>
                    </a:lnTo>
                    <a:lnTo>
                      <a:pt x="21600" y="0"/>
                    </a:lnTo>
                    <a:close/>
                    <a:moveTo>
                      <a:pt x="21600" y="0"/>
                    </a:moveTo>
                  </a:path>
                </a:pathLst>
              </a:custGeom>
              <a:solidFill>
                <a:srgbClr val="008080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1697" name="AutoShape 30"/>
              <p:cNvSpPr>
                <a:spLocks/>
              </p:cNvSpPr>
              <p:nvPr/>
            </p:nvSpPr>
            <p:spPr bwMode="auto">
              <a:xfrm>
                <a:off x="0" y="441"/>
                <a:ext cx="214" cy="363"/>
              </a:xfrm>
              <a:custGeom>
                <a:avLst/>
                <a:gdLst>
                  <a:gd name="T0" fmla="*/ 21600 w 21600"/>
                  <a:gd name="T1" fmla="*/ 0 h 21600"/>
                  <a:gd name="T2" fmla="*/ 21600 w 21600"/>
                  <a:gd name="T3" fmla="*/ 8777 h 21600"/>
                  <a:gd name="T4" fmla="*/ 0 w 21600"/>
                  <a:gd name="T5" fmla="*/ 21600 h 21600"/>
                  <a:gd name="T6" fmla="*/ 0 w 21600"/>
                  <a:gd name="T7" fmla="*/ 11722 h 21600"/>
                  <a:gd name="T8" fmla="*/ 21600 w 21600"/>
                  <a:gd name="T9" fmla="*/ 0 h 21600"/>
                  <a:gd name="T10" fmla="*/ 21600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21600" y="8777"/>
                    </a:lnTo>
                    <a:lnTo>
                      <a:pt x="0" y="21600"/>
                    </a:lnTo>
                    <a:lnTo>
                      <a:pt x="0" y="11722"/>
                    </a:lnTo>
                    <a:lnTo>
                      <a:pt x="21600" y="0"/>
                    </a:lnTo>
                    <a:close/>
                    <a:moveTo>
                      <a:pt x="21600" y="0"/>
                    </a:moveTo>
                  </a:path>
                </a:pathLst>
              </a:custGeom>
              <a:solidFill>
                <a:srgbClr val="008080"/>
              </a:solidFill>
              <a:ln w="11113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641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5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485" y="2016126"/>
            <a:ext cx="4248150" cy="353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774" name="Rectangle 6"/>
          <p:cNvSpPr>
            <a:spLocks noGrp="1" noChangeArrowheads="1"/>
          </p:cNvSpPr>
          <p:nvPr>
            <p:ph type="title"/>
          </p:nvPr>
        </p:nvSpPr>
        <p:spPr>
          <a:xfrm>
            <a:off x="1043490" y="904177"/>
            <a:ext cx="7024744" cy="1143000"/>
          </a:xfrm>
        </p:spPr>
        <p:txBody>
          <a:bodyPr rIns="132080">
            <a:normAutofit fontScale="90000"/>
          </a:bodyPr>
          <a:lstStyle/>
          <a:p>
            <a:pPr indent="0" eaLnBrk="1" hangingPunct="1">
              <a:defRPr/>
            </a:pPr>
            <a:r>
              <a:rPr lang="en-US"/>
              <a:t>Depuração: um processo de diagnóstico</a:t>
            </a:r>
          </a:p>
        </p:txBody>
      </p:sp>
    </p:spTree>
    <p:extLst>
      <p:ext uri="{BB962C8B-B14F-4D97-AF65-F5344CB8AC3E}">
        <p14:creationId xmlns:p14="http://schemas.microsoft.com/office/powerpoint/2010/main" val="283048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1" name="Group 5"/>
          <p:cNvGrpSpPr>
            <a:grpSpLocks/>
          </p:cNvGrpSpPr>
          <p:nvPr/>
        </p:nvGrpSpPr>
        <p:grpSpPr bwMode="auto">
          <a:xfrm>
            <a:off x="1551843" y="3021014"/>
            <a:ext cx="5783873" cy="3151187"/>
            <a:chOff x="0" y="0"/>
            <a:chExt cx="3946" cy="1984"/>
          </a:xfrm>
        </p:grpSpPr>
        <p:grpSp>
          <p:nvGrpSpPr>
            <p:cNvPr id="73747" name="Group 6"/>
            <p:cNvGrpSpPr>
              <a:grpSpLocks/>
            </p:cNvGrpSpPr>
            <p:nvPr/>
          </p:nvGrpSpPr>
          <p:grpSpPr bwMode="auto">
            <a:xfrm>
              <a:off x="314" y="0"/>
              <a:ext cx="3632" cy="1074"/>
              <a:chOff x="0" y="0"/>
              <a:chExt cx="3632" cy="1074"/>
            </a:xfrm>
          </p:grpSpPr>
          <p:sp>
            <p:nvSpPr>
              <p:cNvPr id="73751" name="Freeform 7"/>
              <p:cNvSpPr>
                <a:spLocks/>
              </p:cNvSpPr>
              <p:nvPr/>
            </p:nvSpPr>
            <p:spPr bwMode="auto">
              <a:xfrm>
                <a:off x="0" y="0"/>
                <a:ext cx="2133" cy="800"/>
              </a:xfrm>
              <a:custGeom>
                <a:avLst/>
                <a:gdLst>
                  <a:gd name="T0" fmla="*/ 1102 w 21600"/>
                  <a:gd name="T1" fmla="*/ 0 h 21600"/>
                  <a:gd name="T2" fmla="*/ 2133 w 21600"/>
                  <a:gd name="T3" fmla="*/ 0 h 21600"/>
                  <a:gd name="T4" fmla="*/ 1980 w 21600"/>
                  <a:gd name="T5" fmla="*/ 21 h 21600"/>
                  <a:gd name="T6" fmla="*/ 1844 w 21600"/>
                  <a:gd name="T7" fmla="*/ 56 h 21600"/>
                  <a:gd name="T8" fmla="*/ 1727 w 21600"/>
                  <a:gd name="T9" fmla="*/ 104 h 21600"/>
                  <a:gd name="T10" fmla="*/ 1617 w 21600"/>
                  <a:gd name="T11" fmla="*/ 155 h 21600"/>
                  <a:gd name="T12" fmla="*/ 1504 w 21600"/>
                  <a:gd name="T13" fmla="*/ 233 h 21600"/>
                  <a:gd name="T14" fmla="*/ 1411 w 21600"/>
                  <a:gd name="T15" fmla="*/ 313 h 21600"/>
                  <a:gd name="T16" fmla="*/ 1330 w 21600"/>
                  <a:gd name="T17" fmla="*/ 404 h 21600"/>
                  <a:gd name="T18" fmla="*/ 1255 w 21600"/>
                  <a:gd name="T19" fmla="*/ 521 h 21600"/>
                  <a:gd name="T20" fmla="*/ 1205 w 21600"/>
                  <a:gd name="T21" fmla="*/ 618 h 21600"/>
                  <a:gd name="T22" fmla="*/ 1162 w 21600"/>
                  <a:gd name="T23" fmla="*/ 720 h 21600"/>
                  <a:gd name="T24" fmla="*/ 1140 w 21600"/>
                  <a:gd name="T25" fmla="*/ 800 h 21600"/>
                  <a:gd name="T26" fmla="*/ 0 w 21600"/>
                  <a:gd name="T27" fmla="*/ 800 h 21600"/>
                  <a:gd name="T28" fmla="*/ 19 w 21600"/>
                  <a:gd name="T29" fmla="*/ 732 h 21600"/>
                  <a:gd name="T30" fmla="*/ 46 w 21600"/>
                  <a:gd name="T31" fmla="*/ 660 h 21600"/>
                  <a:gd name="T32" fmla="*/ 74 w 21600"/>
                  <a:gd name="T33" fmla="*/ 595 h 21600"/>
                  <a:gd name="T34" fmla="*/ 95 w 21600"/>
                  <a:gd name="T35" fmla="*/ 545 h 21600"/>
                  <a:gd name="T36" fmla="*/ 134 w 21600"/>
                  <a:gd name="T37" fmla="*/ 478 h 21600"/>
                  <a:gd name="T38" fmla="*/ 186 w 21600"/>
                  <a:gd name="T39" fmla="*/ 404 h 21600"/>
                  <a:gd name="T40" fmla="*/ 234 w 21600"/>
                  <a:gd name="T41" fmla="*/ 351 h 21600"/>
                  <a:gd name="T42" fmla="*/ 291 w 21600"/>
                  <a:gd name="T43" fmla="*/ 295 h 21600"/>
                  <a:gd name="T44" fmla="*/ 325 w 21600"/>
                  <a:gd name="T45" fmla="*/ 266 h 21600"/>
                  <a:gd name="T46" fmla="*/ 368 w 21600"/>
                  <a:gd name="T47" fmla="*/ 227 h 21600"/>
                  <a:gd name="T48" fmla="*/ 416 w 21600"/>
                  <a:gd name="T49" fmla="*/ 194 h 21600"/>
                  <a:gd name="T50" fmla="*/ 483 w 21600"/>
                  <a:gd name="T51" fmla="*/ 151 h 21600"/>
                  <a:gd name="T52" fmla="*/ 534 w 21600"/>
                  <a:gd name="T53" fmla="*/ 124 h 21600"/>
                  <a:gd name="T54" fmla="*/ 576 w 21600"/>
                  <a:gd name="T55" fmla="*/ 104 h 21600"/>
                  <a:gd name="T56" fmla="*/ 629 w 21600"/>
                  <a:gd name="T57" fmla="*/ 80 h 21600"/>
                  <a:gd name="T58" fmla="*/ 689 w 21600"/>
                  <a:gd name="T59" fmla="*/ 59 h 21600"/>
                  <a:gd name="T60" fmla="*/ 744 w 21600"/>
                  <a:gd name="T61" fmla="*/ 41 h 21600"/>
                  <a:gd name="T62" fmla="*/ 817 w 21600"/>
                  <a:gd name="T63" fmla="*/ 21 h 21600"/>
                  <a:gd name="T64" fmla="*/ 894 w 21600"/>
                  <a:gd name="T65" fmla="*/ 9 h 21600"/>
                  <a:gd name="T66" fmla="*/ 959 w 21600"/>
                  <a:gd name="T67" fmla="*/ 3 h 21600"/>
                  <a:gd name="T68" fmla="*/ 1025 w 21600"/>
                  <a:gd name="T69" fmla="*/ 0 h 21600"/>
                  <a:gd name="T70" fmla="*/ 1102 w 21600"/>
                  <a:gd name="T71" fmla="*/ 0 h 2160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1600" h="21600">
                    <a:moveTo>
                      <a:pt x="11162" y="0"/>
                    </a:moveTo>
                    <a:lnTo>
                      <a:pt x="21600" y="0"/>
                    </a:lnTo>
                    <a:lnTo>
                      <a:pt x="20054" y="577"/>
                    </a:lnTo>
                    <a:lnTo>
                      <a:pt x="18672" y="1519"/>
                    </a:lnTo>
                    <a:lnTo>
                      <a:pt x="17488" y="2795"/>
                    </a:lnTo>
                    <a:lnTo>
                      <a:pt x="16370" y="4192"/>
                    </a:lnTo>
                    <a:lnTo>
                      <a:pt x="15230" y="6289"/>
                    </a:lnTo>
                    <a:lnTo>
                      <a:pt x="14287" y="8446"/>
                    </a:lnTo>
                    <a:lnTo>
                      <a:pt x="13464" y="10906"/>
                    </a:lnTo>
                    <a:lnTo>
                      <a:pt x="12708" y="14066"/>
                    </a:lnTo>
                    <a:lnTo>
                      <a:pt x="12203" y="16678"/>
                    </a:lnTo>
                    <a:lnTo>
                      <a:pt x="11765" y="19443"/>
                    </a:lnTo>
                    <a:lnTo>
                      <a:pt x="11546" y="21600"/>
                    </a:lnTo>
                    <a:lnTo>
                      <a:pt x="0" y="21600"/>
                    </a:lnTo>
                    <a:lnTo>
                      <a:pt x="197" y="19777"/>
                    </a:lnTo>
                    <a:lnTo>
                      <a:pt x="461" y="17833"/>
                    </a:lnTo>
                    <a:lnTo>
                      <a:pt x="746" y="16071"/>
                    </a:lnTo>
                    <a:lnTo>
                      <a:pt x="965" y="14704"/>
                    </a:lnTo>
                    <a:lnTo>
                      <a:pt x="1360" y="12911"/>
                    </a:lnTo>
                    <a:lnTo>
                      <a:pt x="1886" y="10906"/>
                    </a:lnTo>
                    <a:lnTo>
                      <a:pt x="2368" y="9478"/>
                    </a:lnTo>
                    <a:lnTo>
                      <a:pt x="2949" y="7959"/>
                    </a:lnTo>
                    <a:lnTo>
                      <a:pt x="3289" y="7170"/>
                    </a:lnTo>
                    <a:lnTo>
                      <a:pt x="3728" y="6137"/>
                    </a:lnTo>
                    <a:lnTo>
                      <a:pt x="4210" y="5225"/>
                    </a:lnTo>
                    <a:lnTo>
                      <a:pt x="4890" y="4071"/>
                    </a:lnTo>
                    <a:lnTo>
                      <a:pt x="5405" y="3342"/>
                    </a:lnTo>
                    <a:lnTo>
                      <a:pt x="5833" y="2795"/>
                    </a:lnTo>
                    <a:lnTo>
                      <a:pt x="6370" y="2157"/>
                    </a:lnTo>
                    <a:lnTo>
                      <a:pt x="6973" y="1580"/>
                    </a:lnTo>
                    <a:lnTo>
                      <a:pt x="7533" y="1094"/>
                    </a:lnTo>
                    <a:lnTo>
                      <a:pt x="8278" y="577"/>
                    </a:lnTo>
                    <a:lnTo>
                      <a:pt x="9057" y="243"/>
                    </a:lnTo>
                    <a:lnTo>
                      <a:pt x="9715" y="91"/>
                    </a:lnTo>
                    <a:lnTo>
                      <a:pt x="10383" y="0"/>
                    </a:lnTo>
                    <a:lnTo>
                      <a:pt x="11162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3752" name="Freeform 8"/>
              <p:cNvSpPr>
                <a:spLocks/>
              </p:cNvSpPr>
              <p:nvPr/>
            </p:nvSpPr>
            <p:spPr bwMode="auto">
              <a:xfrm>
                <a:off x="1092" y="0"/>
                <a:ext cx="2540" cy="1074"/>
              </a:xfrm>
              <a:custGeom>
                <a:avLst/>
                <a:gdLst>
                  <a:gd name="T0" fmla="*/ 1053 w 21600"/>
                  <a:gd name="T1" fmla="*/ 0 h 21600"/>
                  <a:gd name="T2" fmla="*/ 1116 w 21600"/>
                  <a:gd name="T3" fmla="*/ 0 h 21600"/>
                  <a:gd name="T4" fmla="*/ 1216 w 21600"/>
                  <a:gd name="T5" fmla="*/ 4 h 21600"/>
                  <a:gd name="T6" fmla="*/ 1331 w 21600"/>
                  <a:gd name="T7" fmla="*/ 17 h 21600"/>
                  <a:gd name="T8" fmla="*/ 1415 w 21600"/>
                  <a:gd name="T9" fmla="*/ 38 h 21600"/>
                  <a:gd name="T10" fmla="*/ 1501 w 21600"/>
                  <a:gd name="T11" fmla="*/ 64 h 21600"/>
                  <a:gd name="T12" fmla="*/ 1573 w 21600"/>
                  <a:gd name="T13" fmla="*/ 93 h 21600"/>
                  <a:gd name="T14" fmla="*/ 1630 w 21600"/>
                  <a:gd name="T15" fmla="*/ 123 h 21600"/>
                  <a:gd name="T16" fmla="*/ 1707 w 21600"/>
                  <a:gd name="T17" fmla="*/ 165 h 21600"/>
                  <a:gd name="T18" fmla="*/ 1774 w 21600"/>
                  <a:gd name="T19" fmla="*/ 208 h 21600"/>
                  <a:gd name="T20" fmla="*/ 1836 w 21600"/>
                  <a:gd name="T21" fmla="*/ 254 h 21600"/>
                  <a:gd name="T22" fmla="*/ 1901 w 21600"/>
                  <a:gd name="T23" fmla="*/ 313 h 21600"/>
                  <a:gd name="T24" fmla="*/ 1963 w 21600"/>
                  <a:gd name="T25" fmla="*/ 379 h 21600"/>
                  <a:gd name="T26" fmla="*/ 2002 w 21600"/>
                  <a:gd name="T27" fmla="*/ 425 h 21600"/>
                  <a:gd name="T28" fmla="*/ 2035 w 21600"/>
                  <a:gd name="T29" fmla="*/ 472 h 21600"/>
                  <a:gd name="T30" fmla="*/ 2063 w 21600"/>
                  <a:gd name="T31" fmla="*/ 521 h 21600"/>
                  <a:gd name="T32" fmla="*/ 2085 w 21600"/>
                  <a:gd name="T33" fmla="*/ 561 h 21600"/>
                  <a:gd name="T34" fmla="*/ 2102 w 21600"/>
                  <a:gd name="T35" fmla="*/ 594 h 21600"/>
                  <a:gd name="T36" fmla="*/ 2119 w 21600"/>
                  <a:gd name="T37" fmla="*/ 635 h 21600"/>
                  <a:gd name="T38" fmla="*/ 2135 w 21600"/>
                  <a:gd name="T39" fmla="*/ 679 h 21600"/>
                  <a:gd name="T40" fmla="*/ 2150 w 21600"/>
                  <a:gd name="T41" fmla="*/ 733 h 21600"/>
                  <a:gd name="T42" fmla="*/ 2172 w 21600"/>
                  <a:gd name="T43" fmla="*/ 797 h 21600"/>
                  <a:gd name="T44" fmla="*/ 2540 w 21600"/>
                  <a:gd name="T45" fmla="*/ 797 h 21600"/>
                  <a:gd name="T46" fmla="*/ 1659 w 21600"/>
                  <a:gd name="T47" fmla="*/ 1074 h 21600"/>
                  <a:gd name="T48" fmla="*/ 601 w 21600"/>
                  <a:gd name="T49" fmla="*/ 797 h 21600"/>
                  <a:gd name="T50" fmla="*/ 1017 w 21600"/>
                  <a:gd name="T51" fmla="*/ 797 h 21600"/>
                  <a:gd name="T52" fmla="*/ 1003 w 21600"/>
                  <a:gd name="T53" fmla="*/ 755 h 21600"/>
                  <a:gd name="T54" fmla="*/ 984 w 21600"/>
                  <a:gd name="T55" fmla="*/ 705 h 21600"/>
                  <a:gd name="T56" fmla="*/ 962 w 21600"/>
                  <a:gd name="T57" fmla="*/ 651 h 21600"/>
                  <a:gd name="T58" fmla="*/ 943 w 21600"/>
                  <a:gd name="T59" fmla="*/ 596 h 21600"/>
                  <a:gd name="T60" fmla="*/ 914 w 21600"/>
                  <a:gd name="T61" fmla="*/ 549 h 21600"/>
                  <a:gd name="T62" fmla="*/ 893 w 21600"/>
                  <a:gd name="T63" fmla="*/ 506 h 21600"/>
                  <a:gd name="T64" fmla="*/ 843 w 21600"/>
                  <a:gd name="T65" fmla="*/ 431 h 21600"/>
                  <a:gd name="T66" fmla="*/ 793 w 21600"/>
                  <a:gd name="T67" fmla="*/ 367 h 21600"/>
                  <a:gd name="T68" fmla="*/ 750 w 21600"/>
                  <a:gd name="T69" fmla="*/ 323 h 21600"/>
                  <a:gd name="T70" fmla="*/ 714 w 21600"/>
                  <a:gd name="T71" fmla="*/ 285 h 21600"/>
                  <a:gd name="T72" fmla="*/ 671 w 21600"/>
                  <a:gd name="T73" fmla="*/ 249 h 21600"/>
                  <a:gd name="T74" fmla="*/ 637 w 21600"/>
                  <a:gd name="T75" fmla="*/ 220 h 21600"/>
                  <a:gd name="T76" fmla="*/ 594 w 21600"/>
                  <a:gd name="T77" fmla="*/ 190 h 21600"/>
                  <a:gd name="T78" fmla="*/ 558 w 21600"/>
                  <a:gd name="T79" fmla="*/ 165 h 21600"/>
                  <a:gd name="T80" fmla="*/ 517 w 21600"/>
                  <a:gd name="T81" fmla="*/ 143 h 21600"/>
                  <a:gd name="T82" fmla="*/ 477 w 21600"/>
                  <a:gd name="T83" fmla="*/ 123 h 21600"/>
                  <a:gd name="T84" fmla="*/ 426 w 21600"/>
                  <a:gd name="T85" fmla="*/ 99 h 21600"/>
                  <a:gd name="T86" fmla="*/ 383 w 21600"/>
                  <a:gd name="T87" fmla="*/ 81 h 21600"/>
                  <a:gd name="T88" fmla="*/ 335 w 21600"/>
                  <a:gd name="T89" fmla="*/ 63 h 21600"/>
                  <a:gd name="T90" fmla="*/ 287 w 21600"/>
                  <a:gd name="T91" fmla="*/ 47 h 21600"/>
                  <a:gd name="T92" fmla="*/ 239 w 21600"/>
                  <a:gd name="T93" fmla="*/ 34 h 21600"/>
                  <a:gd name="T94" fmla="*/ 192 w 21600"/>
                  <a:gd name="T95" fmla="*/ 22 h 21600"/>
                  <a:gd name="T96" fmla="*/ 141 w 21600"/>
                  <a:gd name="T97" fmla="*/ 15 h 21600"/>
                  <a:gd name="T98" fmla="*/ 95 w 21600"/>
                  <a:gd name="T99" fmla="*/ 8 h 21600"/>
                  <a:gd name="T100" fmla="*/ 57 w 21600"/>
                  <a:gd name="T101" fmla="*/ 4 h 21600"/>
                  <a:gd name="T102" fmla="*/ 0 w 21600"/>
                  <a:gd name="T103" fmla="*/ 0 h 21600"/>
                  <a:gd name="T104" fmla="*/ 1053 w 21600"/>
                  <a:gd name="T105" fmla="*/ 0 h 2160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21600" h="21600">
                    <a:moveTo>
                      <a:pt x="8953" y="0"/>
                    </a:moveTo>
                    <a:lnTo>
                      <a:pt x="9487" y="0"/>
                    </a:lnTo>
                    <a:lnTo>
                      <a:pt x="10344" y="90"/>
                    </a:lnTo>
                    <a:lnTo>
                      <a:pt x="11320" y="339"/>
                    </a:lnTo>
                    <a:lnTo>
                      <a:pt x="12030" y="769"/>
                    </a:lnTo>
                    <a:lnTo>
                      <a:pt x="12767" y="1289"/>
                    </a:lnTo>
                    <a:lnTo>
                      <a:pt x="13374" y="1877"/>
                    </a:lnTo>
                    <a:lnTo>
                      <a:pt x="13863" y="2465"/>
                    </a:lnTo>
                    <a:lnTo>
                      <a:pt x="14517" y="3325"/>
                    </a:lnTo>
                    <a:lnTo>
                      <a:pt x="15088" y="4184"/>
                    </a:lnTo>
                    <a:lnTo>
                      <a:pt x="15613" y="5112"/>
                    </a:lnTo>
                    <a:lnTo>
                      <a:pt x="16165" y="6288"/>
                    </a:lnTo>
                    <a:lnTo>
                      <a:pt x="16690" y="7622"/>
                    </a:lnTo>
                    <a:lnTo>
                      <a:pt x="17022" y="8550"/>
                    </a:lnTo>
                    <a:lnTo>
                      <a:pt x="17308" y="9499"/>
                    </a:lnTo>
                    <a:lnTo>
                      <a:pt x="17547" y="10472"/>
                    </a:lnTo>
                    <a:lnTo>
                      <a:pt x="17731" y="11286"/>
                    </a:lnTo>
                    <a:lnTo>
                      <a:pt x="17879" y="11942"/>
                    </a:lnTo>
                    <a:lnTo>
                      <a:pt x="18017" y="12779"/>
                    </a:lnTo>
                    <a:lnTo>
                      <a:pt x="18155" y="13661"/>
                    </a:lnTo>
                    <a:lnTo>
                      <a:pt x="18284" y="14747"/>
                    </a:lnTo>
                    <a:lnTo>
                      <a:pt x="18468" y="16036"/>
                    </a:lnTo>
                    <a:lnTo>
                      <a:pt x="21600" y="16036"/>
                    </a:lnTo>
                    <a:lnTo>
                      <a:pt x="14111" y="21600"/>
                    </a:lnTo>
                    <a:lnTo>
                      <a:pt x="5112" y="16036"/>
                    </a:lnTo>
                    <a:lnTo>
                      <a:pt x="8649" y="16036"/>
                    </a:lnTo>
                    <a:lnTo>
                      <a:pt x="8529" y="15177"/>
                    </a:lnTo>
                    <a:lnTo>
                      <a:pt x="8364" y="14181"/>
                    </a:lnTo>
                    <a:lnTo>
                      <a:pt x="8179" y="13096"/>
                    </a:lnTo>
                    <a:lnTo>
                      <a:pt x="8023" y="11987"/>
                    </a:lnTo>
                    <a:lnTo>
                      <a:pt x="7774" y="11037"/>
                    </a:lnTo>
                    <a:lnTo>
                      <a:pt x="7590" y="10178"/>
                    </a:lnTo>
                    <a:lnTo>
                      <a:pt x="7166" y="8663"/>
                    </a:lnTo>
                    <a:lnTo>
                      <a:pt x="6743" y="7373"/>
                    </a:lnTo>
                    <a:lnTo>
                      <a:pt x="6374" y="6491"/>
                    </a:lnTo>
                    <a:lnTo>
                      <a:pt x="6070" y="5722"/>
                    </a:lnTo>
                    <a:lnTo>
                      <a:pt x="5702" y="4999"/>
                    </a:lnTo>
                    <a:lnTo>
                      <a:pt x="5416" y="4433"/>
                    </a:lnTo>
                    <a:lnTo>
                      <a:pt x="5048" y="3822"/>
                    </a:lnTo>
                    <a:lnTo>
                      <a:pt x="4744" y="3325"/>
                    </a:lnTo>
                    <a:lnTo>
                      <a:pt x="4394" y="2872"/>
                    </a:lnTo>
                    <a:lnTo>
                      <a:pt x="4053" y="2465"/>
                    </a:lnTo>
                    <a:lnTo>
                      <a:pt x="3620" y="1990"/>
                    </a:lnTo>
                    <a:lnTo>
                      <a:pt x="3261" y="1628"/>
                    </a:lnTo>
                    <a:lnTo>
                      <a:pt x="2846" y="1267"/>
                    </a:lnTo>
                    <a:lnTo>
                      <a:pt x="2441" y="950"/>
                    </a:lnTo>
                    <a:lnTo>
                      <a:pt x="2036" y="679"/>
                    </a:lnTo>
                    <a:lnTo>
                      <a:pt x="1630" y="452"/>
                    </a:lnTo>
                    <a:lnTo>
                      <a:pt x="1197" y="294"/>
                    </a:lnTo>
                    <a:lnTo>
                      <a:pt x="811" y="158"/>
                    </a:lnTo>
                    <a:lnTo>
                      <a:pt x="488" y="90"/>
                    </a:lnTo>
                    <a:lnTo>
                      <a:pt x="0" y="0"/>
                    </a:lnTo>
                    <a:lnTo>
                      <a:pt x="8953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73748" name="Group 9"/>
            <p:cNvGrpSpPr>
              <a:grpSpLocks/>
            </p:cNvGrpSpPr>
            <p:nvPr/>
          </p:nvGrpSpPr>
          <p:grpSpPr bwMode="auto">
            <a:xfrm>
              <a:off x="0" y="910"/>
              <a:ext cx="3632" cy="1074"/>
              <a:chOff x="0" y="0"/>
              <a:chExt cx="3632" cy="1074"/>
            </a:xfrm>
          </p:grpSpPr>
          <p:sp>
            <p:nvSpPr>
              <p:cNvPr id="73749" name="Freeform 10"/>
              <p:cNvSpPr>
                <a:spLocks/>
              </p:cNvSpPr>
              <p:nvPr/>
            </p:nvSpPr>
            <p:spPr bwMode="auto">
              <a:xfrm>
                <a:off x="0" y="0"/>
                <a:ext cx="2539" cy="1074"/>
              </a:xfrm>
              <a:custGeom>
                <a:avLst/>
                <a:gdLst>
                  <a:gd name="T0" fmla="*/ 1487 w 21600"/>
                  <a:gd name="T1" fmla="*/ 1074 h 21600"/>
                  <a:gd name="T2" fmla="*/ 1424 w 21600"/>
                  <a:gd name="T3" fmla="*/ 1074 h 21600"/>
                  <a:gd name="T4" fmla="*/ 1323 w 21600"/>
                  <a:gd name="T5" fmla="*/ 1070 h 21600"/>
                  <a:gd name="T6" fmla="*/ 1208 w 21600"/>
                  <a:gd name="T7" fmla="*/ 1057 h 21600"/>
                  <a:gd name="T8" fmla="*/ 1125 w 21600"/>
                  <a:gd name="T9" fmla="*/ 1036 h 21600"/>
                  <a:gd name="T10" fmla="*/ 1038 w 21600"/>
                  <a:gd name="T11" fmla="*/ 1010 h 21600"/>
                  <a:gd name="T12" fmla="*/ 967 w 21600"/>
                  <a:gd name="T13" fmla="*/ 981 h 21600"/>
                  <a:gd name="T14" fmla="*/ 909 w 21600"/>
                  <a:gd name="T15" fmla="*/ 951 h 21600"/>
                  <a:gd name="T16" fmla="*/ 833 w 21600"/>
                  <a:gd name="T17" fmla="*/ 909 h 21600"/>
                  <a:gd name="T18" fmla="*/ 765 w 21600"/>
                  <a:gd name="T19" fmla="*/ 866 h 21600"/>
                  <a:gd name="T20" fmla="*/ 704 w 21600"/>
                  <a:gd name="T21" fmla="*/ 820 h 21600"/>
                  <a:gd name="T22" fmla="*/ 639 w 21600"/>
                  <a:gd name="T23" fmla="*/ 761 h 21600"/>
                  <a:gd name="T24" fmla="*/ 577 w 21600"/>
                  <a:gd name="T25" fmla="*/ 695 h 21600"/>
                  <a:gd name="T26" fmla="*/ 538 w 21600"/>
                  <a:gd name="T27" fmla="*/ 649 h 21600"/>
                  <a:gd name="T28" fmla="*/ 505 w 21600"/>
                  <a:gd name="T29" fmla="*/ 602 h 21600"/>
                  <a:gd name="T30" fmla="*/ 476 w 21600"/>
                  <a:gd name="T31" fmla="*/ 553 h 21600"/>
                  <a:gd name="T32" fmla="*/ 455 w 21600"/>
                  <a:gd name="T33" fmla="*/ 513 h 21600"/>
                  <a:gd name="T34" fmla="*/ 437 w 21600"/>
                  <a:gd name="T35" fmla="*/ 480 h 21600"/>
                  <a:gd name="T36" fmla="*/ 421 w 21600"/>
                  <a:gd name="T37" fmla="*/ 439 h 21600"/>
                  <a:gd name="T38" fmla="*/ 405 w 21600"/>
                  <a:gd name="T39" fmla="*/ 395 h 21600"/>
                  <a:gd name="T40" fmla="*/ 390 w 21600"/>
                  <a:gd name="T41" fmla="*/ 341 h 21600"/>
                  <a:gd name="T42" fmla="*/ 368 w 21600"/>
                  <a:gd name="T43" fmla="*/ 277 h 21600"/>
                  <a:gd name="T44" fmla="*/ 0 w 21600"/>
                  <a:gd name="T45" fmla="*/ 277 h 21600"/>
                  <a:gd name="T46" fmla="*/ 880 w 21600"/>
                  <a:gd name="T47" fmla="*/ 0 h 21600"/>
                  <a:gd name="T48" fmla="*/ 1940 w 21600"/>
                  <a:gd name="T49" fmla="*/ 277 h 21600"/>
                  <a:gd name="T50" fmla="*/ 1522 w 21600"/>
                  <a:gd name="T51" fmla="*/ 277 h 21600"/>
                  <a:gd name="T52" fmla="*/ 1536 w 21600"/>
                  <a:gd name="T53" fmla="*/ 319 h 21600"/>
                  <a:gd name="T54" fmla="*/ 1556 w 21600"/>
                  <a:gd name="T55" fmla="*/ 369 h 21600"/>
                  <a:gd name="T56" fmla="*/ 1578 w 21600"/>
                  <a:gd name="T57" fmla="*/ 423 h 21600"/>
                  <a:gd name="T58" fmla="*/ 1596 w 21600"/>
                  <a:gd name="T59" fmla="*/ 478 h 21600"/>
                  <a:gd name="T60" fmla="*/ 1625 w 21600"/>
                  <a:gd name="T61" fmla="*/ 525 h 21600"/>
                  <a:gd name="T62" fmla="*/ 1647 w 21600"/>
                  <a:gd name="T63" fmla="*/ 568 h 21600"/>
                  <a:gd name="T64" fmla="*/ 1697 w 21600"/>
                  <a:gd name="T65" fmla="*/ 643 h 21600"/>
                  <a:gd name="T66" fmla="*/ 1746 w 21600"/>
                  <a:gd name="T67" fmla="*/ 707 h 21600"/>
                  <a:gd name="T68" fmla="*/ 1790 w 21600"/>
                  <a:gd name="T69" fmla="*/ 752 h 21600"/>
                  <a:gd name="T70" fmla="*/ 1825 w 21600"/>
                  <a:gd name="T71" fmla="*/ 789 h 21600"/>
                  <a:gd name="T72" fmla="*/ 1869 w 21600"/>
                  <a:gd name="T73" fmla="*/ 825 h 21600"/>
                  <a:gd name="T74" fmla="*/ 1904 w 21600"/>
                  <a:gd name="T75" fmla="*/ 854 h 21600"/>
                  <a:gd name="T76" fmla="*/ 1948 w 21600"/>
                  <a:gd name="T77" fmla="*/ 884 h 21600"/>
                  <a:gd name="T78" fmla="*/ 1984 w 21600"/>
                  <a:gd name="T79" fmla="*/ 909 h 21600"/>
                  <a:gd name="T80" fmla="*/ 2025 w 21600"/>
                  <a:gd name="T81" fmla="*/ 931 h 21600"/>
                  <a:gd name="T82" fmla="*/ 2063 w 21600"/>
                  <a:gd name="T83" fmla="*/ 951 h 21600"/>
                  <a:gd name="T84" fmla="*/ 2113 w 21600"/>
                  <a:gd name="T85" fmla="*/ 975 h 21600"/>
                  <a:gd name="T86" fmla="*/ 2156 w 21600"/>
                  <a:gd name="T87" fmla="*/ 993 h 21600"/>
                  <a:gd name="T88" fmla="*/ 2204 w 21600"/>
                  <a:gd name="T89" fmla="*/ 1011 h 21600"/>
                  <a:gd name="T90" fmla="*/ 2252 w 21600"/>
                  <a:gd name="T91" fmla="*/ 1027 h 21600"/>
                  <a:gd name="T92" fmla="*/ 2300 w 21600"/>
                  <a:gd name="T93" fmla="*/ 1040 h 21600"/>
                  <a:gd name="T94" fmla="*/ 2347 w 21600"/>
                  <a:gd name="T95" fmla="*/ 1052 h 21600"/>
                  <a:gd name="T96" fmla="*/ 2398 w 21600"/>
                  <a:gd name="T97" fmla="*/ 1059 h 21600"/>
                  <a:gd name="T98" fmla="*/ 2444 w 21600"/>
                  <a:gd name="T99" fmla="*/ 1066 h 21600"/>
                  <a:gd name="T100" fmla="*/ 2482 w 21600"/>
                  <a:gd name="T101" fmla="*/ 1070 h 21600"/>
                  <a:gd name="T102" fmla="*/ 2539 w 21600"/>
                  <a:gd name="T103" fmla="*/ 1074 h 21600"/>
                  <a:gd name="T104" fmla="*/ 1487 w 21600"/>
                  <a:gd name="T105" fmla="*/ 1074 h 2160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21600" h="21600">
                    <a:moveTo>
                      <a:pt x="12647" y="21600"/>
                    </a:moveTo>
                    <a:lnTo>
                      <a:pt x="12113" y="21600"/>
                    </a:lnTo>
                    <a:lnTo>
                      <a:pt x="11256" y="21510"/>
                    </a:lnTo>
                    <a:lnTo>
                      <a:pt x="10280" y="21261"/>
                    </a:lnTo>
                    <a:lnTo>
                      <a:pt x="9570" y="20831"/>
                    </a:lnTo>
                    <a:lnTo>
                      <a:pt x="8833" y="20311"/>
                    </a:lnTo>
                    <a:lnTo>
                      <a:pt x="8226" y="19723"/>
                    </a:lnTo>
                    <a:lnTo>
                      <a:pt x="7737" y="19135"/>
                    </a:lnTo>
                    <a:lnTo>
                      <a:pt x="7083" y="18275"/>
                    </a:lnTo>
                    <a:lnTo>
                      <a:pt x="6512" y="17416"/>
                    </a:lnTo>
                    <a:lnTo>
                      <a:pt x="5987" y="16488"/>
                    </a:lnTo>
                    <a:lnTo>
                      <a:pt x="5435" y="15312"/>
                    </a:lnTo>
                    <a:lnTo>
                      <a:pt x="4910" y="13978"/>
                    </a:lnTo>
                    <a:lnTo>
                      <a:pt x="4578" y="13050"/>
                    </a:lnTo>
                    <a:lnTo>
                      <a:pt x="4292" y="12101"/>
                    </a:lnTo>
                    <a:lnTo>
                      <a:pt x="4053" y="11128"/>
                    </a:lnTo>
                    <a:lnTo>
                      <a:pt x="3869" y="10314"/>
                    </a:lnTo>
                    <a:lnTo>
                      <a:pt x="3721" y="9658"/>
                    </a:lnTo>
                    <a:lnTo>
                      <a:pt x="3583" y="8821"/>
                    </a:lnTo>
                    <a:lnTo>
                      <a:pt x="3445" y="7939"/>
                    </a:lnTo>
                    <a:lnTo>
                      <a:pt x="3316" y="6853"/>
                    </a:lnTo>
                    <a:lnTo>
                      <a:pt x="3132" y="5564"/>
                    </a:lnTo>
                    <a:lnTo>
                      <a:pt x="0" y="5564"/>
                    </a:lnTo>
                    <a:lnTo>
                      <a:pt x="7489" y="0"/>
                    </a:lnTo>
                    <a:lnTo>
                      <a:pt x="16506" y="5564"/>
                    </a:lnTo>
                    <a:lnTo>
                      <a:pt x="12951" y="5564"/>
                    </a:lnTo>
                    <a:lnTo>
                      <a:pt x="13071" y="6423"/>
                    </a:lnTo>
                    <a:lnTo>
                      <a:pt x="13236" y="7419"/>
                    </a:lnTo>
                    <a:lnTo>
                      <a:pt x="13421" y="8504"/>
                    </a:lnTo>
                    <a:lnTo>
                      <a:pt x="13577" y="9613"/>
                    </a:lnTo>
                    <a:lnTo>
                      <a:pt x="13826" y="10563"/>
                    </a:lnTo>
                    <a:lnTo>
                      <a:pt x="14010" y="11422"/>
                    </a:lnTo>
                    <a:lnTo>
                      <a:pt x="14434" y="12937"/>
                    </a:lnTo>
                    <a:lnTo>
                      <a:pt x="14857" y="14227"/>
                    </a:lnTo>
                    <a:lnTo>
                      <a:pt x="15226" y="15131"/>
                    </a:lnTo>
                    <a:lnTo>
                      <a:pt x="15530" y="15878"/>
                    </a:lnTo>
                    <a:lnTo>
                      <a:pt x="15898" y="16601"/>
                    </a:lnTo>
                    <a:lnTo>
                      <a:pt x="16202" y="17167"/>
                    </a:lnTo>
                    <a:lnTo>
                      <a:pt x="16571" y="17778"/>
                    </a:lnTo>
                    <a:lnTo>
                      <a:pt x="16875" y="18275"/>
                    </a:lnTo>
                    <a:lnTo>
                      <a:pt x="17225" y="18728"/>
                    </a:lnTo>
                    <a:lnTo>
                      <a:pt x="17547" y="19135"/>
                    </a:lnTo>
                    <a:lnTo>
                      <a:pt x="17980" y="19610"/>
                    </a:lnTo>
                    <a:lnTo>
                      <a:pt x="18339" y="19972"/>
                    </a:lnTo>
                    <a:lnTo>
                      <a:pt x="18754" y="20333"/>
                    </a:lnTo>
                    <a:lnTo>
                      <a:pt x="19159" y="20650"/>
                    </a:lnTo>
                    <a:lnTo>
                      <a:pt x="19564" y="20921"/>
                    </a:lnTo>
                    <a:lnTo>
                      <a:pt x="19970" y="21148"/>
                    </a:lnTo>
                    <a:lnTo>
                      <a:pt x="20403" y="21306"/>
                    </a:lnTo>
                    <a:lnTo>
                      <a:pt x="20789" y="21442"/>
                    </a:lnTo>
                    <a:lnTo>
                      <a:pt x="21112" y="21510"/>
                    </a:lnTo>
                    <a:lnTo>
                      <a:pt x="21600" y="21600"/>
                    </a:lnTo>
                    <a:lnTo>
                      <a:pt x="12647" y="2160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73750" name="Freeform 11"/>
              <p:cNvSpPr>
                <a:spLocks/>
              </p:cNvSpPr>
              <p:nvPr/>
            </p:nvSpPr>
            <p:spPr bwMode="auto">
              <a:xfrm>
                <a:off x="1499" y="274"/>
                <a:ext cx="2133" cy="800"/>
              </a:xfrm>
              <a:custGeom>
                <a:avLst/>
                <a:gdLst>
                  <a:gd name="T0" fmla="*/ 1031 w 21600"/>
                  <a:gd name="T1" fmla="*/ 800 h 21600"/>
                  <a:gd name="T2" fmla="*/ 0 w 21600"/>
                  <a:gd name="T3" fmla="*/ 800 h 21600"/>
                  <a:gd name="T4" fmla="*/ 153 w 21600"/>
                  <a:gd name="T5" fmla="*/ 779 h 21600"/>
                  <a:gd name="T6" fmla="*/ 289 w 21600"/>
                  <a:gd name="T7" fmla="*/ 744 h 21600"/>
                  <a:gd name="T8" fmla="*/ 409 w 21600"/>
                  <a:gd name="T9" fmla="*/ 696 h 21600"/>
                  <a:gd name="T10" fmla="*/ 519 w 21600"/>
                  <a:gd name="T11" fmla="*/ 645 h 21600"/>
                  <a:gd name="T12" fmla="*/ 629 w 21600"/>
                  <a:gd name="T13" fmla="*/ 567 h 21600"/>
                  <a:gd name="T14" fmla="*/ 722 w 21600"/>
                  <a:gd name="T15" fmla="*/ 487 h 21600"/>
                  <a:gd name="T16" fmla="*/ 803 w 21600"/>
                  <a:gd name="T17" fmla="*/ 396 h 21600"/>
                  <a:gd name="T18" fmla="*/ 878 w 21600"/>
                  <a:gd name="T19" fmla="*/ 279 h 21600"/>
                  <a:gd name="T20" fmla="*/ 928 w 21600"/>
                  <a:gd name="T21" fmla="*/ 182 h 21600"/>
                  <a:gd name="T22" fmla="*/ 971 w 21600"/>
                  <a:gd name="T23" fmla="*/ 80 h 21600"/>
                  <a:gd name="T24" fmla="*/ 993 w 21600"/>
                  <a:gd name="T25" fmla="*/ 0 h 21600"/>
                  <a:gd name="T26" fmla="*/ 2133 w 21600"/>
                  <a:gd name="T27" fmla="*/ 0 h 21600"/>
                  <a:gd name="T28" fmla="*/ 2114 w 21600"/>
                  <a:gd name="T29" fmla="*/ 68 h 21600"/>
                  <a:gd name="T30" fmla="*/ 2087 w 21600"/>
                  <a:gd name="T31" fmla="*/ 140 h 21600"/>
                  <a:gd name="T32" fmla="*/ 2059 w 21600"/>
                  <a:gd name="T33" fmla="*/ 205 h 21600"/>
                  <a:gd name="T34" fmla="*/ 2038 w 21600"/>
                  <a:gd name="T35" fmla="*/ 255 h 21600"/>
                  <a:gd name="T36" fmla="*/ 1999 w 21600"/>
                  <a:gd name="T37" fmla="*/ 322 h 21600"/>
                  <a:gd name="T38" fmla="*/ 1947 w 21600"/>
                  <a:gd name="T39" fmla="*/ 396 h 21600"/>
                  <a:gd name="T40" fmla="*/ 1899 w 21600"/>
                  <a:gd name="T41" fmla="*/ 449 h 21600"/>
                  <a:gd name="T42" fmla="*/ 1842 w 21600"/>
                  <a:gd name="T43" fmla="*/ 505 h 21600"/>
                  <a:gd name="T44" fmla="*/ 1808 w 21600"/>
                  <a:gd name="T45" fmla="*/ 534 h 21600"/>
                  <a:gd name="T46" fmla="*/ 1765 w 21600"/>
                  <a:gd name="T47" fmla="*/ 573 h 21600"/>
                  <a:gd name="T48" fmla="*/ 1717 w 21600"/>
                  <a:gd name="T49" fmla="*/ 606 h 21600"/>
                  <a:gd name="T50" fmla="*/ 1650 w 21600"/>
                  <a:gd name="T51" fmla="*/ 649 h 21600"/>
                  <a:gd name="T52" fmla="*/ 1600 w 21600"/>
                  <a:gd name="T53" fmla="*/ 676 h 21600"/>
                  <a:gd name="T54" fmla="*/ 1557 w 21600"/>
                  <a:gd name="T55" fmla="*/ 696 h 21600"/>
                  <a:gd name="T56" fmla="*/ 1504 w 21600"/>
                  <a:gd name="T57" fmla="*/ 720 h 21600"/>
                  <a:gd name="T58" fmla="*/ 1444 w 21600"/>
                  <a:gd name="T59" fmla="*/ 741 h 21600"/>
                  <a:gd name="T60" fmla="*/ 1389 w 21600"/>
                  <a:gd name="T61" fmla="*/ 759 h 21600"/>
                  <a:gd name="T62" fmla="*/ 1316 w 21600"/>
                  <a:gd name="T63" fmla="*/ 779 h 21600"/>
                  <a:gd name="T64" fmla="*/ 1239 w 21600"/>
                  <a:gd name="T65" fmla="*/ 791 h 21600"/>
                  <a:gd name="T66" fmla="*/ 1174 w 21600"/>
                  <a:gd name="T67" fmla="*/ 797 h 21600"/>
                  <a:gd name="T68" fmla="*/ 1108 w 21600"/>
                  <a:gd name="T69" fmla="*/ 800 h 21600"/>
                  <a:gd name="T70" fmla="*/ 1031 w 21600"/>
                  <a:gd name="T71" fmla="*/ 800 h 2160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1600" h="21600">
                    <a:moveTo>
                      <a:pt x="10438" y="21600"/>
                    </a:moveTo>
                    <a:lnTo>
                      <a:pt x="0" y="21600"/>
                    </a:lnTo>
                    <a:lnTo>
                      <a:pt x="1546" y="21023"/>
                    </a:lnTo>
                    <a:lnTo>
                      <a:pt x="2928" y="20081"/>
                    </a:lnTo>
                    <a:lnTo>
                      <a:pt x="4145" y="18805"/>
                    </a:lnTo>
                    <a:lnTo>
                      <a:pt x="5252" y="17408"/>
                    </a:lnTo>
                    <a:lnTo>
                      <a:pt x="6370" y="15311"/>
                    </a:lnTo>
                    <a:lnTo>
                      <a:pt x="7313" y="13154"/>
                    </a:lnTo>
                    <a:lnTo>
                      <a:pt x="8136" y="10694"/>
                    </a:lnTo>
                    <a:lnTo>
                      <a:pt x="8892" y="7534"/>
                    </a:lnTo>
                    <a:lnTo>
                      <a:pt x="9397" y="4922"/>
                    </a:lnTo>
                    <a:lnTo>
                      <a:pt x="9835" y="2157"/>
                    </a:lnTo>
                    <a:lnTo>
                      <a:pt x="10054" y="0"/>
                    </a:lnTo>
                    <a:lnTo>
                      <a:pt x="21600" y="0"/>
                    </a:lnTo>
                    <a:lnTo>
                      <a:pt x="21403" y="1823"/>
                    </a:lnTo>
                    <a:lnTo>
                      <a:pt x="21139" y="3767"/>
                    </a:lnTo>
                    <a:lnTo>
                      <a:pt x="20854" y="5529"/>
                    </a:lnTo>
                    <a:lnTo>
                      <a:pt x="20635" y="6896"/>
                    </a:lnTo>
                    <a:lnTo>
                      <a:pt x="20240" y="8689"/>
                    </a:lnTo>
                    <a:lnTo>
                      <a:pt x="19714" y="10694"/>
                    </a:lnTo>
                    <a:lnTo>
                      <a:pt x="19232" y="12122"/>
                    </a:lnTo>
                    <a:lnTo>
                      <a:pt x="18651" y="13641"/>
                    </a:lnTo>
                    <a:lnTo>
                      <a:pt x="18311" y="14430"/>
                    </a:lnTo>
                    <a:lnTo>
                      <a:pt x="17872" y="15463"/>
                    </a:lnTo>
                    <a:lnTo>
                      <a:pt x="17390" y="16375"/>
                    </a:lnTo>
                    <a:lnTo>
                      <a:pt x="16710" y="17529"/>
                    </a:lnTo>
                    <a:lnTo>
                      <a:pt x="16205" y="18258"/>
                    </a:lnTo>
                    <a:lnTo>
                      <a:pt x="15767" y="18805"/>
                    </a:lnTo>
                    <a:lnTo>
                      <a:pt x="15230" y="19443"/>
                    </a:lnTo>
                    <a:lnTo>
                      <a:pt x="14627" y="20020"/>
                    </a:lnTo>
                    <a:lnTo>
                      <a:pt x="14067" y="20506"/>
                    </a:lnTo>
                    <a:lnTo>
                      <a:pt x="13322" y="21023"/>
                    </a:lnTo>
                    <a:lnTo>
                      <a:pt x="12543" y="21357"/>
                    </a:lnTo>
                    <a:lnTo>
                      <a:pt x="11885" y="21509"/>
                    </a:lnTo>
                    <a:lnTo>
                      <a:pt x="11217" y="21600"/>
                    </a:lnTo>
                    <a:lnTo>
                      <a:pt x="10438" y="2160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</p:grpSp>
      <p:pic>
        <p:nvPicPr>
          <p:cNvPr id="73732" name="Picture 12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9339" y="2041525"/>
            <a:ext cx="1698381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3" name="Picture 13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946" y="2454275"/>
            <a:ext cx="2299189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4" name="Picture 14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74" y="2178051"/>
            <a:ext cx="1219200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5" name="Rectangle 15"/>
          <p:cNvSpPr>
            <a:spLocks/>
          </p:cNvSpPr>
          <p:nvPr/>
        </p:nvSpPr>
        <p:spPr bwMode="auto">
          <a:xfrm>
            <a:off x="1380392" y="1720850"/>
            <a:ext cx="20246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casos de teste</a:t>
            </a:r>
          </a:p>
        </p:txBody>
      </p:sp>
      <p:sp>
        <p:nvSpPr>
          <p:cNvPr id="73736" name="Rectangle 16"/>
          <p:cNvSpPr>
            <a:spLocks/>
          </p:cNvSpPr>
          <p:nvPr/>
        </p:nvSpPr>
        <p:spPr bwMode="auto">
          <a:xfrm>
            <a:off x="6938596" y="4356100"/>
            <a:ext cx="12234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 sz="20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resultados</a:t>
            </a:r>
          </a:p>
        </p:txBody>
      </p:sp>
      <p:sp>
        <p:nvSpPr>
          <p:cNvPr id="161809" name="Oval 17"/>
          <p:cNvSpPr>
            <a:spLocks/>
          </p:cNvSpPr>
          <p:nvPr/>
        </p:nvSpPr>
        <p:spPr bwMode="auto">
          <a:xfrm>
            <a:off x="5386754" y="4695826"/>
            <a:ext cx="2044212" cy="1585913"/>
          </a:xfrm>
          <a:prstGeom prst="ellipse">
            <a:avLst/>
          </a:prstGeom>
          <a:solidFill>
            <a:srgbClr val="FFFF99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73738" name="Rectangle 18"/>
          <p:cNvSpPr>
            <a:spLocks/>
          </p:cNvSpPr>
          <p:nvPr/>
        </p:nvSpPr>
        <p:spPr bwMode="auto">
          <a:xfrm>
            <a:off x="5443905" y="5292725"/>
            <a:ext cx="15457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Depuração</a:t>
            </a:r>
          </a:p>
        </p:txBody>
      </p:sp>
      <p:sp>
        <p:nvSpPr>
          <p:cNvPr id="73739" name="AutoShape 19"/>
          <p:cNvSpPr>
            <a:spLocks/>
          </p:cNvSpPr>
          <p:nvPr/>
        </p:nvSpPr>
        <p:spPr bwMode="auto">
          <a:xfrm flipH="1">
            <a:off x="4086959" y="5080001"/>
            <a:ext cx="1091711" cy="214313"/>
          </a:xfrm>
          <a:prstGeom prst="rightArrow">
            <a:avLst>
              <a:gd name="adj1" fmla="val 50000"/>
              <a:gd name="adj2" fmla="val 275951"/>
            </a:avLst>
          </a:prstGeom>
          <a:solidFill>
            <a:srgbClr val="0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3740" name="AutoShape 20"/>
          <p:cNvSpPr>
            <a:spLocks/>
          </p:cNvSpPr>
          <p:nvPr/>
        </p:nvSpPr>
        <p:spPr bwMode="auto">
          <a:xfrm flipH="1">
            <a:off x="4136782" y="5908675"/>
            <a:ext cx="1093177" cy="242888"/>
          </a:xfrm>
          <a:prstGeom prst="rightArrow">
            <a:avLst>
              <a:gd name="adj1" fmla="val 50000"/>
              <a:gd name="adj2" fmla="val 243813"/>
            </a:avLst>
          </a:prstGeom>
          <a:solidFill>
            <a:srgbClr val="0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3741" name="Rectangle 21"/>
          <p:cNvSpPr>
            <a:spLocks/>
          </p:cNvSpPr>
          <p:nvPr/>
        </p:nvSpPr>
        <p:spPr bwMode="auto">
          <a:xfrm>
            <a:off x="2932366" y="4965700"/>
            <a:ext cx="1015250" cy="427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 algn="ctr">
              <a:lnSpc>
                <a:spcPct val="75000"/>
              </a:lnSpc>
            </a:pPr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causas </a:t>
            </a:r>
          </a:p>
          <a:p>
            <a:pPr marL="38100" algn="ctr">
              <a:lnSpc>
                <a:spcPct val="75000"/>
              </a:lnSpc>
            </a:pPr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suspeitas</a:t>
            </a:r>
          </a:p>
        </p:txBody>
      </p:sp>
      <p:sp>
        <p:nvSpPr>
          <p:cNvPr id="73742" name="Rectangle 22"/>
          <p:cNvSpPr>
            <a:spLocks/>
          </p:cNvSpPr>
          <p:nvPr/>
        </p:nvSpPr>
        <p:spPr bwMode="auto">
          <a:xfrm>
            <a:off x="2832565" y="5580063"/>
            <a:ext cx="1323290" cy="427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 algn="ctr">
              <a:lnSpc>
                <a:spcPct val="75000"/>
              </a:lnSpc>
            </a:pPr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causas </a:t>
            </a:r>
          </a:p>
          <a:p>
            <a:pPr marL="38100" algn="ctr">
              <a:lnSpc>
                <a:spcPct val="75000"/>
              </a:lnSpc>
            </a:pPr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identificadas</a:t>
            </a:r>
          </a:p>
        </p:txBody>
      </p:sp>
      <p:sp>
        <p:nvSpPr>
          <p:cNvPr id="73743" name="Rectangle 23"/>
          <p:cNvSpPr>
            <a:spLocks/>
          </p:cNvSpPr>
          <p:nvPr/>
        </p:nvSpPr>
        <p:spPr bwMode="auto">
          <a:xfrm>
            <a:off x="1087335" y="5233988"/>
            <a:ext cx="1053572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 algn="ctr">
              <a:lnSpc>
                <a:spcPct val="75000"/>
              </a:lnSpc>
            </a:pPr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correções</a:t>
            </a:r>
          </a:p>
        </p:txBody>
      </p:sp>
      <p:sp>
        <p:nvSpPr>
          <p:cNvPr id="73744" name="Rectangle 24"/>
          <p:cNvSpPr>
            <a:spLocks/>
          </p:cNvSpPr>
          <p:nvPr/>
        </p:nvSpPr>
        <p:spPr bwMode="auto">
          <a:xfrm>
            <a:off x="707181" y="4197350"/>
            <a:ext cx="1066534" cy="427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 algn="ctr">
              <a:lnSpc>
                <a:spcPct val="75000"/>
              </a:lnSpc>
            </a:pPr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testes de </a:t>
            </a:r>
          </a:p>
          <a:p>
            <a:pPr marL="38100" algn="ctr">
              <a:lnSpc>
                <a:spcPct val="75000"/>
              </a:lnSpc>
            </a:pPr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regressão</a:t>
            </a:r>
          </a:p>
        </p:txBody>
      </p:sp>
      <p:sp>
        <p:nvSpPr>
          <p:cNvPr id="73745" name="Rectangle 25"/>
          <p:cNvSpPr>
            <a:spLocks/>
          </p:cNvSpPr>
          <p:nvPr/>
        </p:nvSpPr>
        <p:spPr bwMode="auto">
          <a:xfrm>
            <a:off x="3648198" y="3929063"/>
            <a:ext cx="861400" cy="634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 algn="ctr">
              <a:lnSpc>
                <a:spcPct val="75000"/>
              </a:lnSpc>
            </a:pPr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novos</a:t>
            </a:r>
          </a:p>
          <a:p>
            <a:pPr marL="38100" algn="ctr">
              <a:lnSpc>
                <a:spcPct val="75000"/>
              </a:lnSpc>
            </a:pPr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 casos </a:t>
            </a:r>
          </a:p>
          <a:p>
            <a:pPr marL="38100" algn="ctr">
              <a:lnSpc>
                <a:spcPct val="75000"/>
              </a:lnSpc>
            </a:pPr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de teste</a:t>
            </a:r>
          </a:p>
        </p:txBody>
      </p:sp>
      <p:sp>
        <p:nvSpPr>
          <p:cNvPr id="161818" name="Rectangle 26"/>
          <p:cNvSpPr>
            <a:spLocks noGrp="1" noChangeArrowheads="1"/>
          </p:cNvSpPr>
          <p:nvPr>
            <p:ph type="title"/>
          </p:nvPr>
        </p:nvSpPr>
        <p:spPr>
          <a:xfrm>
            <a:off x="1043490" y="1027664"/>
            <a:ext cx="7024744" cy="524758"/>
          </a:xfrm>
        </p:spPr>
        <p:txBody>
          <a:bodyPr rIns="132080">
            <a:normAutofit fontScale="90000"/>
          </a:bodyPr>
          <a:lstStyle/>
          <a:p>
            <a:pPr indent="0" eaLnBrk="1" hangingPunct="1">
              <a:defRPr/>
            </a:pPr>
            <a:r>
              <a:rPr lang="en-US"/>
              <a:t>O processo de depuração</a:t>
            </a:r>
          </a:p>
        </p:txBody>
      </p:sp>
    </p:spTree>
    <p:extLst>
      <p:ext uri="{BB962C8B-B14F-4D97-AF65-F5344CB8AC3E}">
        <p14:creationId xmlns:p14="http://schemas.microsoft.com/office/powerpoint/2010/main" val="73956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5"/>
          <p:cNvSpPr>
            <a:spLocks/>
          </p:cNvSpPr>
          <p:nvPr/>
        </p:nvSpPr>
        <p:spPr bwMode="auto">
          <a:xfrm>
            <a:off x="5380892" y="2260738"/>
            <a:ext cx="2602523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/>
          <a:p>
            <a:pPr marL="38100" algn="r">
              <a:lnSpc>
                <a:spcPct val="80000"/>
              </a:lnSpc>
            </a:pP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tempo </a:t>
            </a:r>
            <a:r>
              <a:rPr lang="en-US" sz="2000" dirty="0" err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requerido</a:t>
            </a: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 </a:t>
            </a:r>
          </a:p>
          <a:p>
            <a:pPr marL="38100" algn="r">
              <a:lnSpc>
                <a:spcPct val="80000"/>
              </a:lnSpc>
            </a:pPr>
            <a:r>
              <a:rPr lang="en-US" sz="2000" dirty="0" err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para</a:t>
            </a: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diagnosticar</a:t>
            </a:r>
            <a:endParaRPr lang="en-US" sz="2000" dirty="0">
              <a:solidFill>
                <a:schemeClr val="tx1"/>
              </a:solidFill>
              <a:latin typeface="Helvetica" charset="0"/>
              <a:ea typeface="ＭＳ Ｐゴシック" charset="0"/>
              <a:sym typeface="Helvetica" charset="0"/>
            </a:endParaRPr>
          </a:p>
          <a:p>
            <a:pPr marL="38100" algn="r">
              <a:lnSpc>
                <a:spcPct val="80000"/>
              </a:lnSpc>
            </a:pP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o </a:t>
            </a:r>
            <a:r>
              <a:rPr lang="en-US" sz="2000" dirty="0" err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sintoma</a:t>
            </a: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 e </a:t>
            </a:r>
          </a:p>
          <a:p>
            <a:pPr marL="38100" algn="r">
              <a:lnSpc>
                <a:spcPct val="80000"/>
              </a:lnSpc>
            </a:pPr>
            <a:r>
              <a:rPr lang="en-US" sz="2000" dirty="0" err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determinar</a:t>
            </a: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 </a:t>
            </a:r>
          </a:p>
          <a:p>
            <a:pPr marL="38100" algn="r">
              <a:lnSpc>
                <a:spcPct val="80000"/>
              </a:lnSpc>
            </a:pP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a </a:t>
            </a:r>
            <a:r>
              <a:rPr lang="en-US" sz="2000" dirty="0" err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causa</a:t>
            </a:r>
            <a:endParaRPr lang="en-US" sz="2000" dirty="0">
              <a:solidFill>
                <a:schemeClr val="tx1"/>
              </a:solidFill>
              <a:latin typeface="Helvetica" charset="0"/>
              <a:ea typeface="ＭＳ Ｐゴシック" charset="0"/>
              <a:sym typeface="Helvetica" charset="0"/>
            </a:endParaRPr>
          </a:p>
        </p:txBody>
      </p:sp>
      <p:sp>
        <p:nvSpPr>
          <p:cNvPr id="74756" name="Rectangle 6"/>
          <p:cNvSpPr>
            <a:spLocks/>
          </p:cNvSpPr>
          <p:nvPr/>
        </p:nvSpPr>
        <p:spPr bwMode="auto">
          <a:xfrm>
            <a:off x="814910" y="2233673"/>
            <a:ext cx="2036790" cy="1241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39686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tempo </a:t>
            </a:r>
            <a:r>
              <a:rPr lang="en-US" sz="2000" dirty="0" err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requerido</a:t>
            </a:r>
            <a:endParaRPr lang="en-US" sz="2000" dirty="0">
              <a:solidFill>
                <a:schemeClr val="tx1"/>
              </a:solidFill>
              <a:latin typeface="Helvetica" charset="0"/>
              <a:ea typeface="ＭＳ Ｐゴシック" charset="0"/>
              <a:sym typeface="Helvetica" charset="0"/>
            </a:endParaRPr>
          </a:p>
          <a:p>
            <a:pPr marL="38100" algn="ctr">
              <a:lnSpc>
                <a:spcPct val="80000"/>
              </a:lnSpc>
            </a:pPr>
            <a:r>
              <a:rPr lang="en-US" sz="2000" dirty="0" err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para</a:t>
            </a: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corrigir</a:t>
            </a: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 um </a:t>
            </a:r>
          </a:p>
          <a:p>
            <a:pPr marL="38100" algn="ctr">
              <a:lnSpc>
                <a:spcPct val="80000"/>
              </a:lnSpc>
            </a:pPr>
            <a:r>
              <a:rPr lang="en-US" sz="2000" dirty="0" err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erro</a:t>
            </a: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conduzir</a:t>
            </a: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 </a:t>
            </a:r>
          </a:p>
          <a:p>
            <a:pPr marL="38100" algn="ctr">
              <a:lnSpc>
                <a:spcPct val="80000"/>
              </a:lnSpc>
            </a:pPr>
            <a:r>
              <a:rPr lang="en-US" sz="2000" dirty="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testes de </a:t>
            </a:r>
          </a:p>
          <a:p>
            <a:pPr marL="38100" algn="ctr">
              <a:lnSpc>
                <a:spcPct val="80000"/>
              </a:lnSpc>
            </a:pPr>
            <a:r>
              <a:rPr lang="en-US" sz="2000" dirty="0" err="1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regressão</a:t>
            </a:r>
            <a:endParaRPr lang="en-US" sz="2000" dirty="0">
              <a:solidFill>
                <a:schemeClr val="tx1"/>
              </a:solidFill>
              <a:latin typeface="Helvetica" charset="0"/>
              <a:ea typeface="ＭＳ Ｐゴシック" charset="0"/>
              <a:sym typeface="Helvetica" charset="0"/>
            </a:endParaRPr>
          </a:p>
        </p:txBody>
      </p:sp>
      <p:sp>
        <p:nvSpPr>
          <p:cNvPr id="162823" name="Rectangle 7"/>
          <p:cNvSpPr>
            <a:spLocks noGrp="1" noChangeArrowheads="1"/>
          </p:cNvSpPr>
          <p:nvPr>
            <p:ph type="title"/>
          </p:nvPr>
        </p:nvSpPr>
        <p:spPr>
          <a:xfrm>
            <a:off x="814910" y="901146"/>
            <a:ext cx="7024744" cy="656465"/>
          </a:xfrm>
        </p:spPr>
        <p:txBody>
          <a:bodyPr rIns="132080">
            <a:normAutofit fontScale="90000"/>
          </a:bodyPr>
          <a:lstStyle/>
          <a:p>
            <a:pPr indent="0" eaLnBrk="1" hangingPunct="1">
              <a:defRPr/>
            </a:pPr>
            <a:r>
              <a:rPr lang="en-US" dirty="0"/>
              <a:t>O </a:t>
            </a:r>
            <a:r>
              <a:rPr lang="en-US" dirty="0" err="1"/>
              <a:t>esforço</a:t>
            </a:r>
            <a:r>
              <a:rPr lang="en-US" dirty="0"/>
              <a:t> de </a:t>
            </a:r>
            <a:r>
              <a:rPr lang="en-US" dirty="0" err="1"/>
              <a:t>depuração</a:t>
            </a:r>
            <a:endParaRPr lang="en-US" dirty="0"/>
          </a:p>
        </p:txBody>
      </p:sp>
      <p:sp>
        <p:nvSpPr>
          <p:cNvPr id="74758" name="Freeform 8"/>
          <p:cNvSpPr>
            <a:spLocks/>
          </p:cNvSpPr>
          <p:nvPr/>
        </p:nvSpPr>
        <p:spPr bwMode="auto">
          <a:xfrm>
            <a:off x="3909646" y="2068513"/>
            <a:ext cx="2772508" cy="2813050"/>
          </a:xfrm>
          <a:custGeom>
            <a:avLst/>
            <a:gdLst>
              <a:gd name="T0" fmla="*/ 1186263 w 21600"/>
              <a:gd name="T1" fmla="*/ 374683 h 21600"/>
              <a:gd name="T2" fmla="*/ 1296254 w 21600"/>
              <a:gd name="T3" fmla="*/ 392134 h 21600"/>
              <a:gd name="T4" fmla="*/ 1378852 w 21600"/>
              <a:gd name="T5" fmla="*/ 406460 h 21600"/>
              <a:gd name="T6" fmla="*/ 1468263 w 21600"/>
              <a:gd name="T7" fmla="*/ 427037 h 21600"/>
              <a:gd name="T8" fmla="*/ 1557674 w 21600"/>
              <a:gd name="T9" fmla="*/ 449307 h 21600"/>
              <a:gd name="T10" fmla="*/ 1660852 w 21600"/>
              <a:gd name="T11" fmla="*/ 479391 h 21600"/>
              <a:gd name="T12" fmla="*/ 1757077 w 21600"/>
              <a:gd name="T13" fmla="*/ 512730 h 21600"/>
              <a:gd name="T14" fmla="*/ 1853302 w 21600"/>
              <a:gd name="T15" fmla="*/ 546070 h 21600"/>
              <a:gd name="T16" fmla="*/ 1935899 w 21600"/>
              <a:gd name="T17" fmla="*/ 584229 h 21600"/>
              <a:gd name="T18" fmla="*/ 2020165 w 21600"/>
              <a:gd name="T19" fmla="*/ 622257 h 21600"/>
              <a:gd name="T20" fmla="*/ 2109577 w 21600"/>
              <a:gd name="T21" fmla="*/ 671485 h 21600"/>
              <a:gd name="T22" fmla="*/ 2188559 w 21600"/>
              <a:gd name="T23" fmla="*/ 717588 h 21600"/>
              <a:gd name="T24" fmla="*/ 2317600 w 21600"/>
              <a:gd name="T25" fmla="*/ 801719 h 21600"/>
              <a:gd name="T26" fmla="*/ 2425923 w 21600"/>
              <a:gd name="T27" fmla="*/ 882594 h 21600"/>
              <a:gd name="T28" fmla="*/ 2511858 w 21600"/>
              <a:gd name="T29" fmla="*/ 962037 h 21600"/>
              <a:gd name="T30" fmla="*/ 2602938 w 21600"/>
              <a:gd name="T31" fmla="*/ 1052550 h 21600"/>
              <a:gd name="T32" fmla="*/ 2687204 w 21600"/>
              <a:gd name="T33" fmla="*/ 1149313 h 21600"/>
              <a:gd name="T34" fmla="*/ 2762849 w 21600"/>
              <a:gd name="T35" fmla="*/ 1242951 h 21600"/>
              <a:gd name="T36" fmla="*/ 2828204 w 21600"/>
              <a:gd name="T37" fmla="*/ 1349352 h 21600"/>
              <a:gd name="T38" fmla="*/ 2881461 w 21600"/>
              <a:gd name="T39" fmla="*/ 1463698 h 21600"/>
              <a:gd name="T40" fmla="*/ 2940003 w 21600"/>
              <a:gd name="T41" fmla="*/ 1605001 h 21600"/>
              <a:gd name="T42" fmla="*/ 2974349 w 21600"/>
              <a:gd name="T43" fmla="*/ 1743049 h 21600"/>
              <a:gd name="T44" fmla="*/ 3001881 w 21600"/>
              <a:gd name="T45" fmla="*/ 1924074 h 21600"/>
              <a:gd name="T46" fmla="*/ 3001881 w 21600"/>
              <a:gd name="T47" fmla="*/ 2074885 h 21600"/>
              <a:gd name="T48" fmla="*/ 2981162 w 21600"/>
              <a:gd name="T49" fmla="*/ 2217751 h 21600"/>
              <a:gd name="T50" fmla="*/ 2948485 w 21600"/>
              <a:gd name="T51" fmla="*/ 2360618 h 21600"/>
              <a:gd name="T52" fmla="*/ 2886606 w 21600"/>
              <a:gd name="T53" fmla="*/ 2520936 h 21600"/>
              <a:gd name="T54" fmla="*/ 2816106 w 21600"/>
              <a:gd name="T55" fmla="*/ 2667058 h 21600"/>
              <a:gd name="T56" fmla="*/ 2699302 w 21600"/>
              <a:gd name="T57" fmla="*/ 2813050 h 21600"/>
              <a:gd name="T58" fmla="*/ 1861923 w 21600"/>
              <a:gd name="T59" fmla="*/ 2359055 h 21600"/>
              <a:gd name="T60" fmla="*/ 1916988 w 21600"/>
              <a:gd name="T61" fmla="*/ 2246273 h 21600"/>
              <a:gd name="T62" fmla="*/ 1953142 w 21600"/>
              <a:gd name="T63" fmla="*/ 2136746 h 21600"/>
              <a:gd name="T64" fmla="*/ 1965100 w 21600"/>
              <a:gd name="T65" fmla="*/ 2028782 h 21600"/>
              <a:gd name="T66" fmla="*/ 1959955 w 21600"/>
              <a:gd name="T67" fmla="*/ 1912874 h 21600"/>
              <a:gd name="T68" fmla="*/ 1930754 w 21600"/>
              <a:gd name="T69" fmla="*/ 1784333 h 21600"/>
              <a:gd name="T70" fmla="*/ 1877497 w 21600"/>
              <a:gd name="T71" fmla="*/ 1668425 h 21600"/>
              <a:gd name="T72" fmla="*/ 1812142 w 21600"/>
              <a:gd name="T73" fmla="*/ 1565280 h 21600"/>
              <a:gd name="T74" fmla="*/ 1748455 w 21600"/>
              <a:gd name="T75" fmla="*/ 1492219 h 21600"/>
              <a:gd name="T76" fmla="*/ 1681432 w 21600"/>
              <a:gd name="T77" fmla="*/ 1428795 h 21600"/>
              <a:gd name="T78" fmla="*/ 1605787 w 21600"/>
              <a:gd name="T79" fmla="*/ 1370060 h 21600"/>
              <a:gd name="T80" fmla="*/ 1528473 w 21600"/>
              <a:gd name="T81" fmla="*/ 1316013 h 21600"/>
              <a:gd name="T82" fmla="*/ 1426964 w 21600"/>
              <a:gd name="T83" fmla="*/ 1265221 h 21600"/>
              <a:gd name="T84" fmla="*/ 1342698 w 21600"/>
              <a:gd name="T85" fmla="*/ 1227193 h 21600"/>
              <a:gd name="T86" fmla="*/ 1237852 w 21600"/>
              <a:gd name="T87" fmla="*/ 1187472 h 21600"/>
              <a:gd name="T88" fmla="*/ 1146772 w 21600"/>
              <a:gd name="T89" fmla="*/ 1163639 h 21600"/>
              <a:gd name="T90" fmla="*/ 1012586 w 21600"/>
              <a:gd name="T91" fmla="*/ 1144625 h 21600"/>
              <a:gd name="T92" fmla="*/ 882015 w 21600"/>
              <a:gd name="T93" fmla="*/ 1135118 h 21600"/>
              <a:gd name="T94" fmla="*/ 845861 w 21600"/>
              <a:gd name="T95" fmla="*/ 1544573 h 21600"/>
              <a:gd name="T96" fmla="*/ 844192 w 21600"/>
              <a:gd name="T97" fmla="*/ 0 h 21600"/>
              <a:gd name="T98" fmla="*/ 888828 w 21600"/>
              <a:gd name="T99" fmla="*/ 353975 h 21600"/>
              <a:gd name="T100" fmla="*/ 1023015 w 21600"/>
              <a:gd name="T101" fmla="*/ 358794 h 21600"/>
              <a:gd name="T102" fmla="*/ 1143296 w 21600"/>
              <a:gd name="T103" fmla="*/ 369864 h 2160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21600" h="21600">
                <a:moveTo>
                  <a:pt x="8222" y="2840"/>
                </a:moveTo>
                <a:lnTo>
                  <a:pt x="8531" y="2877"/>
                </a:lnTo>
                <a:lnTo>
                  <a:pt x="8927" y="2926"/>
                </a:lnTo>
                <a:lnTo>
                  <a:pt x="9322" y="3011"/>
                </a:lnTo>
                <a:lnTo>
                  <a:pt x="9595" y="3060"/>
                </a:lnTo>
                <a:lnTo>
                  <a:pt x="9916" y="3121"/>
                </a:lnTo>
                <a:lnTo>
                  <a:pt x="10237" y="3206"/>
                </a:lnTo>
                <a:lnTo>
                  <a:pt x="10559" y="3279"/>
                </a:lnTo>
                <a:lnTo>
                  <a:pt x="10856" y="3340"/>
                </a:lnTo>
                <a:lnTo>
                  <a:pt x="11202" y="3450"/>
                </a:lnTo>
                <a:lnTo>
                  <a:pt x="11597" y="3584"/>
                </a:lnTo>
                <a:lnTo>
                  <a:pt x="11944" y="3681"/>
                </a:lnTo>
                <a:lnTo>
                  <a:pt x="12253" y="3803"/>
                </a:lnTo>
                <a:lnTo>
                  <a:pt x="12636" y="3937"/>
                </a:lnTo>
                <a:lnTo>
                  <a:pt x="12995" y="4059"/>
                </a:lnTo>
                <a:lnTo>
                  <a:pt x="13328" y="4193"/>
                </a:lnTo>
                <a:lnTo>
                  <a:pt x="13638" y="4352"/>
                </a:lnTo>
                <a:lnTo>
                  <a:pt x="13922" y="4486"/>
                </a:lnTo>
                <a:lnTo>
                  <a:pt x="14206" y="4644"/>
                </a:lnTo>
                <a:lnTo>
                  <a:pt x="14528" y="4778"/>
                </a:lnTo>
                <a:lnTo>
                  <a:pt x="14862" y="4973"/>
                </a:lnTo>
                <a:lnTo>
                  <a:pt x="15171" y="5156"/>
                </a:lnTo>
                <a:lnTo>
                  <a:pt x="15467" y="5339"/>
                </a:lnTo>
                <a:lnTo>
                  <a:pt x="15739" y="5510"/>
                </a:lnTo>
                <a:lnTo>
                  <a:pt x="16197" y="5814"/>
                </a:lnTo>
                <a:lnTo>
                  <a:pt x="16667" y="6156"/>
                </a:lnTo>
                <a:lnTo>
                  <a:pt x="17025" y="6412"/>
                </a:lnTo>
                <a:lnTo>
                  <a:pt x="17446" y="6777"/>
                </a:lnTo>
                <a:lnTo>
                  <a:pt x="17730" y="7070"/>
                </a:lnTo>
                <a:lnTo>
                  <a:pt x="18064" y="7387"/>
                </a:lnTo>
                <a:lnTo>
                  <a:pt x="18422" y="7740"/>
                </a:lnTo>
                <a:lnTo>
                  <a:pt x="18719" y="8082"/>
                </a:lnTo>
                <a:lnTo>
                  <a:pt x="19016" y="8460"/>
                </a:lnTo>
                <a:lnTo>
                  <a:pt x="19325" y="8825"/>
                </a:lnTo>
                <a:lnTo>
                  <a:pt x="19609" y="9215"/>
                </a:lnTo>
                <a:lnTo>
                  <a:pt x="19869" y="9544"/>
                </a:lnTo>
                <a:lnTo>
                  <a:pt x="20116" y="9959"/>
                </a:lnTo>
                <a:lnTo>
                  <a:pt x="20339" y="10361"/>
                </a:lnTo>
                <a:lnTo>
                  <a:pt x="20537" y="10788"/>
                </a:lnTo>
                <a:lnTo>
                  <a:pt x="20722" y="11239"/>
                </a:lnTo>
                <a:lnTo>
                  <a:pt x="20969" y="11812"/>
                </a:lnTo>
                <a:lnTo>
                  <a:pt x="21143" y="12324"/>
                </a:lnTo>
                <a:lnTo>
                  <a:pt x="21303" y="12860"/>
                </a:lnTo>
                <a:lnTo>
                  <a:pt x="21390" y="13384"/>
                </a:lnTo>
                <a:lnTo>
                  <a:pt x="21501" y="13994"/>
                </a:lnTo>
                <a:lnTo>
                  <a:pt x="21588" y="14774"/>
                </a:lnTo>
                <a:lnTo>
                  <a:pt x="21600" y="15347"/>
                </a:lnTo>
                <a:lnTo>
                  <a:pt x="21588" y="15932"/>
                </a:lnTo>
                <a:lnTo>
                  <a:pt x="21513" y="16505"/>
                </a:lnTo>
                <a:lnTo>
                  <a:pt x="21439" y="17029"/>
                </a:lnTo>
                <a:lnTo>
                  <a:pt x="21353" y="17565"/>
                </a:lnTo>
                <a:lnTo>
                  <a:pt x="21204" y="18126"/>
                </a:lnTo>
                <a:lnTo>
                  <a:pt x="21007" y="18735"/>
                </a:lnTo>
                <a:lnTo>
                  <a:pt x="20759" y="19357"/>
                </a:lnTo>
                <a:lnTo>
                  <a:pt x="20512" y="19930"/>
                </a:lnTo>
                <a:lnTo>
                  <a:pt x="20252" y="20479"/>
                </a:lnTo>
                <a:lnTo>
                  <a:pt x="19832" y="21051"/>
                </a:lnTo>
                <a:lnTo>
                  <a:pt x="19412" y="21600"/>
                </a:lnTo>
                <a:lnTo>
                  <a:pt x="13044" y="18662"/>
                </a:lnTo>
                <a:lnTo>
                  <a:pt x="13390" y="18114"/>
                </a:lnTo>
                <a:lnTo>
                  <a:pt x="13625" y="17699"/>
                </a:lnTo>
                <a:lnTo>
                  <a:pt x="13786" y="17248"/>
                </a:lnTo>
                <a:lnTo>
                  <a:pt x="13934" y="16809"/>
                </a:lnTo>
                <a:lnTo>
                  <a:pt x="14046" y="16407"/>
                </a:lnTo>
                <a:lnTo>
                  <a:pt x="14083" y="15968"/>
                </a:lnTo>
                <a:lnTo>
                  <a:pt x="14132" y="15578"/>
                </a:lnTo>
                <a:lnTo>
                  <a:pt x="14132" y="15164"/>
                </a:lnTo>
                <a:lnTo>
                  <a:pt x="14095" y="14688"/>
                </a:lnTo>
                <a:lnTo>
                  <a:pt x="14008" y="14225"/>
                </a:lnTo>
                <a:lnTo>
                  <a:pt x="13885" y="13701"/>
                </a:lnTo>
                <a:lnTo>
                  <a:pt x="13736" y="13274"/>
                </a:lnTo>
                <a:lnTo>
                  <a:pt x="13502" y="12811"/>
                </a:lnTo>
                <a:lnTo>
                  <a:pt x="13291" y="12409"/>
                </a:lnTo>
                <a:lnTo>
                  <a:pt x="13032" y="12019"/>
                </a:lnTo>
                <a:lnTo>
                  <a:pt x="12797" y="11726"/>
                </a:lnTo>
                <a:lnTo>
                  <a:pt x="12574" y="11458"/>
                </a:lnTo>
                <a:lnTo>
                  <a:pt x="12339" y="11214"/>
                </a:lnTo>
                <a:lnTo>
                  <a:pt x="12092" y="10971"/>
                </a:lnTo>
                <a:lnTo>
                  <a:pt x="11795" y="10702"/>
                </a:lnTo>
                <a:lnTo>
                  <a:pt x="11548" y="10520"/>
                </a:lnTo>
                <a:lnTo>
                  <a:pt x="11264" y="10300"/>
                </a:lnTo>
                <a:lnTo>
                  <a:pt x="10992" y="10105"/>
                </a:lnTo>
                <a:lnTo>
                  <a:pt x="10658" y="9910"/>
                </a:lnTo>
                <a:lnTo>
                  <a:pt x="10262" y="9715"/>
                </a:lnTo>
                <a:lnTo>
                  <a:pt x="9941" y="9532"/>
                </a:lnTo>
                <a:lnTo>
                  <a:pt x="9656" y="9423"/>
                </a:lnTo>
                <a:lnTo>
                  <a:pt x="9261" y="9228"/>
                </a:lnTo>
                <a:lnTo>
                  <a:pt x="8902" y="9118"/>
                </a:lnTo>
                <a:lnTo>
                  <a:pt x="8581" y="9033"/>
                </a:lnTo>
                <a:lnTo>
                  <a:pt x="8247" y="8935"/>
                </a:lnTo>
                <a:lnTo>
                  <a:pt x="7752" y="8850"/>
                </a:lnTo>
                <a:lnTo>
                  <a:pt x="7282" y="8789"/>
                </a:lnTo>
                <a:lnTo>
                  <a:pt x="6813" y="8740"/>
                </a:lnTo>
                <a:lnTo>
                  <a:pt x="6343" y="8716"/>
                </a:lnTo>
                <a:lnTo>
                  <a:pt x="6083" y="8703"/>
                </a:lnTo>
                <a:lnTo>
                  <a:pt x="6083" y="11860"/>
                </a:lnTo>
                <a:lnTo>
                  <a:pt x="0" y="6009"/>
                </a:lnTo>
                <a:lnTo>
                  <a:pt x="6071" y="0"/>
                </a:lnTo>
                <a:lnTo>
                  <a:pt x="6071" y="2706"/>
                </a:lnTo>
                <a:lnTo>
                  <a:pt x="6392" y="2718"/>
                </a:lnTo>
                <a:lnTo>
                  <a:pt x="6862" y="2730"/>
                </a:lnTo>
                <a:lnTo>
                  <a:pt x="7357" y="2755"/>
                </a:lnTo>
                <a:lnTo>
                  <a:pt x="7826" y="2791"/>
                </a:lnTo>
                <a:lnTo>
                  <a:pt x="8222" y="2840"/>
                </a:lnTo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4759" name="Freeform 9"/>
          <p:cNvSpPr>
            <a:spLocks/>
          </p:cNvSpPr>
          <p:nvPr/>
        </p:nvSpPr>
        <p:spPr bwMode="auto">
          <a:xfrm>
            <a:off x="3102220" y="4102894"/>
            <a:ext cx="3681046" cy="1557338"/>
          </a:xfrm>
          <a:custGeom>
            <a:avLst/>
            <a:gdLst>
              <a:gd name="T0" fmla="*/ 2045409 w 21600"/>
              <a:gd name="T1" fmla="*/ 1533545 h 21600"/>
              <a:gd name="T2" fmla="*/ 2155443 w 21600"/>
              <a:gd name="T3" fmla="*/ 1519270 h 21600"/>
              <a:gd name="T4" fmla="*/ 2239630 w 21600"/>
              <a:gd name="T5" fmla="*/ 1503336 h 21600"/>
              <a:gd name="T6" fmla="*/ 2330832 w 21600"/>
              <a:gd name="T7" fmla="*/ 1484302 h 21600"/>
              <a:gd name="T8" fmla="*/ 2416681 w 21600"/>
              <a:gd name="T9" fmla="*/ 1460509 h 21600"/>
              <a:gd name="T10" fmla="*/ 2521545 w 21600"/>
              <a:gd name="T11" fmla="*/ 1431958 h 21600"/>
              <a:gd name="T12" fmla="*/ 2619578 w 21600"/>
              <a:gd name="T13" fmla="*/ 1400162 h 21600"/>
              <a:gd name="T14" fmla="*/ 2715766 w 21600"/>
              <a:gd name="T15" fmla="*/ 1363680 h 21600"/>
              <a:gd name="T16" fmla="*/ 2794968 w 21600"/>
              <a:gd name="T17" fmla="*/ 1325540 h 21600"/>
              <a:gd name="T18" fmla="*/ 2879155 w 21600"/>
              <a:gd name="T19" fmla="*/ 1287472 h 21600"/>
              <a:gd name="T20" fmla="*/ 2970173 w 21600"/>
              <a:gd name="T21" fmla="*/ 1239814 h 21600"/>
              <a:gd name="T22" fmla="*/ 3049375 w 21600"/>
              <a:gd name="T23" fmla="*/ 1195401 h 21600"/>
              <a:gd name="T24" fmla="*/ 3171409 w 21600"/>
              <a:gd name="T25" fmla="*/ 1119192 h 21600"/>
              <a:gd name="T26" fmla="*/ 3284766 w 21600"/>
              <a:gd name="T27" fmla="*/ 1028708 h 21600"/>
              <a:gd name="T28" fmla="*/ 3372460 w 21600"/>
              <a:gd name="T29" fmla="*/ 950913 h 21600"/>
              <a:gd name="T30" fmla="*/ 3465324 w 21600"/>
              <a:gd name="T31" fmla="*/ 865188 h 21600"/>
              <a:gd name="T32" fmla="*/ 3558004 w 21600"/>
              <a:gd name="T33" fmla="*/ 762014 h 21600"/>
              <a:gd name="T34" fmla="*/ 3566681 w 21600"/>
              <a:gd name="T35" fmla="*/ 0 h 21600"/>
              <a:gd name="T36" fmla="*/ 2660749 w 21600"/>
              <a:gd name="T37" fmla="*/ 373040 h 21600"/>
              <a:gd name="T38" fmla="*/ 2581731 w 21600"/>
              <a:gd name="T39" fmla="*/ 450835 h 21600"/>
              <a:gd name="T40" fmla="*/ 2499206 w 21600"/>
              <a:gd name="T41" fmla="*/ 519113 h 21600"/>
              <a:gd name="T42" fmla="*/ 2428866 w 21600"/>
              <a:gd name="T43" fmla="*/ 573115 h 21600"/>
              <a:gd name="T44" fmla="*/ 2341171 w 21600"/>
              <a:gd name="T45" fmla="*/ 622286 h 21600"/>
              <a:gd name="T46" fmla="*/ 2243138 w 21600"/>
              <a:gd name="T47" fmla="*/ 674702 h 21600"/>
              <a:gd name="T48" fmla="*/ 2146950 w 21600"/>
              <a:gd name="T49" fmla="*/ 712771 h 21600"/>
              <a:gd name="T50" fmla="*/ 2052425 w 21600"/>
              <a:gd name="T51" fmla="*/ 738221 h 21600"/>
              <a:gd name="T52" fmla="*/ 1938883 w 21600"/>
              <a:gd name="T53" fmla="*/ 763600 h 21600"/>
              <a:gd name="T54" fmla="*/ 1806510 w 21600"/>
              <a:gd name="T55" fmla="*/ 776290 h 21600"/>
              <a:gd name="T56" fmla="*/ 1581458 w 21600"/>
              <a:gd name="T57" fmla="*/ 781048 h 21600"/>
              <a:gd name="T58" fmla="*/ 1395730 w 21600"/>
              <a:gd name="T59" fmla="*/ 755669 h 21600"/>
              <a:gd name="T60" fmla="*/ 1199848 w 21600"/>
              <a:gd name="T61" fmla="*/ 704840 h 21600"/>
              <a:gd name="T62" fmla="*/ 1026120 w 21600"/>
              <a:gd name="T63" fmla="*/ 631803 h 21600"/>
              <a:gd name="T64" fmla="*/ 0 w 21600"/>
              <a:gd name="T65" fmla="*/ 984223 h 21600"/>
              <a:gd name="T66" fmla="*/ 94526 w 21600"/>
              <a:gd name="T67" fmla="*/ 1057259 h 21600"/>
              <a:gd name="T68" fmla="*/ 185728 w 21600"/>
              <a:gd name="T69" fmla="*/ 1122365 h 21600"/>
              <a:gd name="T70" fmla="*/ 283577 w 21600"/>
              <a:gd name="T71" fmla="*/ 1190643 h 21600"/>
              <a:gd name="T72" fmla="*/ 385118 w 21600"/>
              <a:gd name="T73" fmla="*/ 1246159 h 21600"/>
              <a:gd name="T74" fmla="*/ 498475 w 21600"/>
              <a:gd name="T75" fmla="*/ 1301747 h 21600"/>
              <a:gd name="T76" fmla="*/ 608509 w 21600"/>
              <a:gd name="T77" fmla="*/ 1350991 h 21600"/>
              <a:gd name="T78" fmla="*/ 711527 w 21600"/>
              <a:gd name="T79" fmla="*/ 1392231 h 21600"/>
              <a:gd name="T80" fmla="*/ 842238 w 21600"/>
              <a:gd name="T81" fmla="*/ 1436716 h 21600"/>
              <a:gd name="T82" fmla="*/ 969442 w 21600"/>
              <a:gd name="T83" fmla="*/ 1471612 h 21600"/>
              <a:gd name="T84" fmla="*/ 1086306 w 21600"/>
              <a:gd name="T85" fmla="*/ 1500164 h 21600"/>
              <a:gd name="T86" fmla="*/ 1205017 w 21600"/>
              <a:gd name="T87" fmla="*/ 1522442 h 21600"/>
              <a:gd name="T88" fmla="*/ 1342375 w 21600"/>
              <a:gd name="T89" fmla="*/ 1541476 h 21600"/>
              <a:gd name="T90" fmla="*/ 1486748 w 21600"/>
              <a:gd name="T91" fmla="*/ 1552579 h 21600"/>
              <a:gd name="T92" fmla="*/ 1615797 w 21600"/>
              <a:gd name="T93" fmla="*/ 1557338 h 21600"/>
              <a:gd name="T94" fmla="*/ 1749832 w 21600"/>
              <a:gd name="T95" fmla="*/ 1555752 h 21600"/>
              <a:gd name="T96" fmla="*/ 1883866 w 21600"/>
              <a:gd name="T97" fmla="*/ 1550993 h 21600"/>
              <a:gd name="T98" fmla="*/ 2002577 w 21600"/>
              <a:gd name="T99" fmla="*/ 1538304 h 2160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1600" h="21600">
                <a:moveTo>
                  <a:pt x="10847" y="21336"/>
                </a:moveTo>
                <a:lnTo>
                  <a:pt x="11079" y="21270"/>
                </a:lnTo>
                <a:lnTo>
                  <a:pt x="11377" y="21182"/>
                </a:lnTo>
                <a:lnTo>
                  <a:pt x="11675" y="21072"/>
                </a:lnTo>
                <a:lnTo>
                  <a:pt x="11889" y="20961"/>
                </a:lnTo>
                <a:lnTo>
                  <a:pt x="12131" y="20851"/>
                </a:lnTo>
                <a:lnTo>
                  <a:pt x="12373" y="20719"/>
                </a:lnTo>
                <a:lnTo>
                  <a:pt x="12625" y="20587"/>
                </a:lnTo>
                <a:lnTo>
                  <a:pt x="12839" y="20455"/>
                </a:lnTo>
                <a:lnTo>
                  <a:pt x="13090" y="20257"/>
                </a:lnTo>
                <a:lnTo>
                  <a:pt x="13398" y="20081"/>
                </a:lnTo>
                <a:lnTo>
                  <a:pt x="13658" y="19861"/>
                </a:lnTo>
                <a:lnTo>
                  <a:pt x="13910" y="19640"/>
                </a:lnTo>
                <a:lnTo>
                  <a:pt x="14189" y="19420"/>
                </a:lnTo>
                <a:lnTo>
                  <a:pt x="14459" y="19156"/>
                </a:lnTo>
                <a:lnTo>
                  <a:pt x="14710" y="18914"/>
                </a:lnTo>
                <a:lnTo>
                  <a:pt x="14924" y="18628"/>
                </a:lnTo>
                <a:lnTo>
                  <a:pt x="15139" y="18385"/>
                </a:lnTo>
                <a:lnTo>
                  <a:pt x="15353" y="18121"/>
                </a:lnTo>
                <a:lnTo>
                  <a:pt x="15595" y="17857"/>
                </a:lnTo>
                <a:lnTo>
                  <a:pt x="15856" y="17549"/>
                </a:lnTo>
                <a:lnTo>
                  <a:pt x="16088" y="17196"/>
                </a:lnTo>
                <a:lnTo>
                  <a:pt x="16321" y="16866"/>
                </a:lnTo>
                <a:lnTo>
                  <a:pt x="16517" y="16580"/>
                </a:lnTo>
                <a:lnTo>
                  <a:pt x="16870" y="16029"/>
                </a:lnTo>
                <a:lnTo>
                  <a:pt x="17178" y="15523"/>
                </a:lnTo>
                <a:lnTo>
                  <a:pt x="17485" y="14928"/>
                </a:lnTo>
                <a:lnTo>
                  <a:pt x="17792" y="14268"/>
                </a:lnTo>
                <a:lnTo>
                  <a:pt x="18016" y="13761"/>
                </a:lnTo>
                <a:lnTo>
                  <a:pt x="18267" y="13189"/>
                </a:lnTo>
                <a:lnTo>
                  <a:pt x="18537" y="12594"/>
                </a:lnTo>
                <a:lnTo>
                  <a:pt x="18770" y="12000"/>
                </a:lnTo>
                <a:lnTo>
                  <a:pt x="18993" y="11339"/>
                </a:lnTo>
                <a:lnTo>
                  <a:pt x="19272" y="10569"/>
                </a:lnTo>
                <a:lnTo>
                  <a:pt x="21600" y="13145"/>
                </a:lnTo>
                <a:lnTo>
                  <a:pt x="19319" y="0"/>
                </a:lnTo>
                <a:lnTo>
                  <a:pt x="11936" y="2488"/>
                </a:lnTo>
                <a:lnTo>
                  <a:pt x="14412" y="5174"/>
                </a:lnTo>
                <a:lnTo>
                  <a:pt x="14208" y="5747"/>
                </a:lnTo>
                <a:lnTo>
                  <a:pt x="13984" y="6253"/>
                </a:lnTo>
                <a:lnTo>
                  <a:pt x="13761" y="6760"/>
                </a:lnTo>
                <a:lnTo>
                  <a:pt x="13537" y="7200"/>
                </a:lnTo>
                <a:lnTo>
                  <a:pt x="13351" y="7552"/>
                </a:lnTo>
                <a:lnTo>
                  <a:pt x="13156" y="7949"/>
                </a:lnTo>
                <a:lnTo>
                  <a:pt x="12932" y="8279"/>
                </a:lnTo>
                <a:lnTo>
                  <a:pt x="12681" y="8631"/>
                </a:lnTo>
                <a:lnTo>
                  <a:pt x="12383" y="9028"/>
                </a:lnTo>
                <a:lnTo>
                  <a:pt x="12150" y="9358"/>
                </a:lnTo>
                <a:lnTo>
                  <a:pt x="11936" y="9556"/>
                </a:lnTo>
                <a:lnTo>
                  <a:pt x="11629" y="9886"/>
                </a:lnTo>
                <a:lnTo>
                  <a:pt x="11359" y="10106"/>
                </a:lnTo>
                <a:lnTo>
                  <a:pt x="11117" y="10239"/>
                </a:lnTo>
                <a:lnTo>
                  <a:pt x="10865" y="10415"/>
                </a:lnTo>
                <a:lnTo>
                  <a:pt x="10502" y="10591"/>
                </a:lnTo>
                <a:lnTo>
                  <a:pt x="10148" y="10701"/>
                </a:lnTo>
                <a:lnTo>
                  <a:pt x="9785" y="10767"/>
                </a:lnTo>
                <a:lnTo>
                  <a:pt x="9264" y="10811"/>
                </a:lnTo>
                <a:lnTo>
                  <a:pt x="8566" y="10833"/>
                </a:lnTo>
                <a:lnTo>
                  <a:pt x="8035" y="10701"/>
                </a:lnTo>
                <a:lnTo>
                  <a:pt x="7560" y="10481"/>
                </a:lnTo>
                <a:lnTo>
                  <a:pt x="7001" y="10172"/>
                </a:lnTo>
                <a:lnTo>
                  <a:pt x="6499" y="9776"/>
                </a:lnTo>
                <a:lnTo>
                  <a:pt x="6005" y="9314"/>
                </a:lnTo>
                <a:lnTo>
                  <a:pt x="5558" y="8763"/>
                </a:lnTo>
                <a:lnTo>
                  <a:pt x="5121" y="8015"/>
                </a:lnTo>
                <a:lnTo>
                  <a:pt x="0" y="13651"/>
                </a:lnTo>
                <a:lnTo>
                  <a:pt x="214" y="14114"/>
                </a:lnTo>
                <a:lnTo>
                  <a:pt x="512" y="14664"/>
                </a:lnTo>
                <a:lnTo>
                  <a:pt x="754" y="15105"/>
                </a:lnTo>
                <a:lnTo>
                  <a:pt x="1006" y="15567"/>
                </a:lnTo>
                <a:lnTo>
                  <a:pt x="1248" y="16007"/>
                </a:lnTo>
                <a:lnTo>
                  <a:pt x="1536" y="16514"/>
                </a:lnTo>
                <a:lnTo>
                  <a:pt x="1806" y="16910"/>
                </a:lnTo>
                <a:lnTo>
                  <a:pt x="2086" y="17284"/>
                </a:lnTo>
                <a:lnTo>
                  <a:pt x="2393" y="17659"/>
                </a:lnTo>
                <a:lnTo>
                  <a:pt x="2700" y="18055"/>
                </a:lnTo>
                <a:lnTo>
                  <a:pt x="3007" y="18451"/>
                </a:lnTo>
                <a:lnTo>
                  <a:pt x="3296" y="18738"/>
                </a:lnTo>
                <a:lnTo>
                  <a:pt x="3575" y="19046"/>
                </a:lnTo>
                <a:lnTo>
                  <a:pt x="3854" y="19310"/>
                </a:lnTo>
                <a:lnTo>
                  <a:pt x="4218" y="19640"/>
                </a:lnTo>
                <a:lnTo>
                  <a:pt x="4562" y="19927"/>
                </a:lnTo>
                <a:lnTo>
                  <a:pt x="4953" y="20213"/>
                </a:lnTo>
                <a:lnTo>
                  <a:pt x="5251" y="20411"/>
                </a:lnTo>
                <a:lnTo>
                  <a:pt x="5549" y="20609"/>
                </a:lnTo>
                <a:lnTo>
                  <a:pt x="5884" y="20807"/>
                </a:lnTo>
                <a:lnTo>
                  <a:pt x="6201" y="20961"/>
                </a:lnTo>
                <a:lnTo>
                  <a:pt x="6527" y="21116"/>
                </a:lnTo>
                <a:lnTo>
                  <a:pt x="6899" y="21248"/>
                </a:lnTo>
                <a:lnTo>
                  <a:pt x="7271" y="21380"/>
                </a:lnTo>
                <a:lnTo>
                  <a:pt x="7653" y="21468"/>
                </a:lnTo>
                <a:lnTo>
                  <a:pt x="8053" y="21534"/>
                </a:lnTo>
                <a:lnTo>
                  <a:pt x="8351" y="21556"/>
                </a:lnTo>
                <a:lnTo>
                  <a:pt x="8752" y="21600"/>
                </a:lnTo>
                <a:lnTo>
                  <a:pt x="9161" y="21600"/>
                </a:lnTo>
                <a:lnTo>
                  <a:pt x="9478" y="21578"/>
                </a:lnTo>
                <a:lnTo>
                  <a:pt x="9822" y="21556"/>
                </a:lnTo>
                <a:lnTo>
                  <a:pt x="10204" y="21512"/>
                </a:lnTo>
                <a:lnTo>
                  <a:pt x="10549" y="21424"/>
                </a:lnTo>
                <a:lnTo>
                  <a:pt x="10847" y="21336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4760" name="Freeform 10"/>
          <p:cNvSpPr>
            <a:spLocks/>
          </p:cNvSpPr>
          <p:nvPr/>
        </p:nvSpPr>
        <p:spPr bwMode="auto">
          <a:xfrm>
            <a:off x="2464778" y="2447925"/>
            <a:ext cx="1862504" cy="2782888"/>
          </a:xfrm>
          <a:custGeom>
            <a:avLst/>
            <a:gdLst>
              <a:gd name="T0" fmla="*/ 1974743 w 21600"/>
              <a:gd name="T1" fmla="*/ 4767 h 21600"/>
              <a:gd name="T2" fmla="*/ 1871616 w 21600"/>
              <a:gd name="T3" fmla="*/ 20614 h 21600"/>
              <a:gd name="T4" fmla="*/ 1782220 w 21600"/>
              <a:gd name="T5" fmla="*/ 38136 h 21600"/>
              <a:gd name="T6" fmla="*/ 1692917 w 21600"/>
              <a:gd name="T7" fmla="*/ 55529 h 21600"/>
              <a:gd name="T8" fmla="*/ 1606978 w 21600"/>
              <a:gd name="T9" fmla="*/ 79364 h 21600"/>
              <a:gd name="T10" fmla="*/ 1503850 w 21600"/>
              <a:gd name="T11" fmla="*/ 111187 h 21600"/>
              <a:gd name="T12" fmla="*/ 1405860 w 21600"/>
              <a:gd name="T13" fmla="*/ 142881 h 21600"/>
              <a:gd name="T14" fmla="*/ 1311327 w 21600"/>
              <a:gd name="T15" fmla="*/ 177796 h 21600"/>
              <a:gd name="T16" fmla="*/ 1228843 w 21600"/>
              <a:gd name="T17" fmla="*/ 214257 h 21600"/>
              <a:gd name="T18" fmla="*/ 1144585 w 21600"/>
              <a:gd name="T19" fmla="*/ 253939 h 21600"/>
              <a:gd name="T20" fmla="*/ 1055283 w 21600"/>
              <a:gd name="T21" fmla="*/ 303154 h 21600"/>
              <a:gd name="T22" fmla="*/ 974481 w 21600"/>
              <a:gd name="T23" fmla="*/ 347603 h 21600"/>
              <a:gd name="T24" fmla="*/ 849027 w 21600"/>
              <a:gd name="T25" fmla="*/ 431863 h 21600"/>
              <a:gd name="T26" fmla="*/ 738987 w 21600"/>
              <a:gd name="T27" fmla="*/ 515994 h 21600"/>
              <a:gd name="T28" fmla="*/ 653048 w 21600"/>
              <a:gd name="T29" fmla="*/ 592137 h 21600"/>
              <a:gd name="T30" fmla="*/ 561970 w 21600"/>
              <a:gd name="T31" fmla="*/ 681035 h 21600"/>
              <a:gd name="T32" fmla="*/ 477806 w 21600"/>
              <a:gd name="T33" fmla="*/ 779466 h 21600"/>
              <a:gd name="T34" fmla="*/ 402141 w 21600"/>
              <a:gd name="T35" fmla="*/ 873131 h 21600"/>
              <a:gd name="T36" fmla="*/ 338621 w 21600"/>
              <a:gd name="T37" fmla="*/ 981097 h 21600"/>
              <a:gd name="T38" fmla="*/ 283601 w 21600"/>
              <a:gd name="T39" fmla="*/ 1095376 h 21600"/>
              <a:gd name="T40" fmla="*/ 226899 w 21600"/>
              <a:gd name="T41" fmla="*/ 1236710 h 21600"/>
              <a:gd name="T42" fmla="*/ 192523 w 21600"/>
              <a:gd name="T43" fmla="*/ 1373149 h 21600"/>
              <a:gd name="T44" fmla="*/ 164967 w 21600"/>
              <a:gd name="T45" fmla="*/ 1552620 h 21600"/>
              <a:gd name="T46" fmla="*/ 164967 w 21600"/>
              <a:gd name="T47" fmla="*/ 1706580 h 21600"/>
              <a:gd name="T48" fmla="*/ 185611 w 21600"/>
              <a:gd name="T49" fmla="*/ 1849461 h 21600"/>
              <a:gd name="T50" fmla="*/ 218305 w 21600"/>
              <a:gd name="T51" fmla="*/ 1992342 h 21600"/>
              <a:gd name="T52" fmla="*/ 278463 w 21600"/>
              <a:gd name="T53" fmla="*/ 2151069 h 21600"/>
              <a:gd name="T54" fmla="*/ 352352 w 21600"/>
              <a:gd name="T55" fmla="*/ 2298717 h 21600"/>
              <a:gd name="T56" fmla="*/ 453705 w 21600"/>
              <a:gd name="T57" fmla="*/ 2440052 h 21600"/>
              <a:gd name="T58" fmla="*/ 1383535 w 21600"/>
              <a:gd name="T59" fmla="*/ 2782888 h 21600"/>
              <a:gd name="T60" fmla="*/ 1361209 w 21600"/>
              <a:gd name="T61" fmla="*/ 2046325 h 21600"/>
              <a:gd name="T62" fmla="*/ 1276951 w 21600"/>
              <a:gd name="T63" fmla="*/ 1930371 h 21600"/>
              <a:gd name="T64" fmla="*/ 1227162 w 21600"/>
              <a:gd name="T65" fmla="*/ 1819313 h 21600"/>
              <a:gd name="T66" fmla="*/ 1208199 w 21600"/>
              <a:gd name="T67" fmla="*/ 1711347 h 21600"/>
              <a:gd name="T68" fmla="*/ 1201380 w 21600"/>
              <a:gd name="T69" fmla="*/ 1604928 h 21600"/>
              <a:gd name="T70" fmla="*/ 1215112 w 21600"/>
              <a:gd name="T71" fmla="*/ 1482790 h 21600"/>
              <a:gd name="T72" fmla="*/ 1254625 w 21600"/>
              <a:gd name="T73" fmla="*/ 1360523 h 21600"/>
              <a:gd name="T74" fmla="*/ 1313101 w 21600"/>
              <a:gd name="T75" fmla="*/ 1246244 h 21600"/>
              <a:gd name="T76" fmla="*/ 1383535 w 21600"/>
              <a:gd name="T77" fmla="*/ 1157346 h 21600"/>
              <a:gd name="T78" fmla="*/ 1447149 w 21600"/>
              <a:gd name="T79" fmla="*/ 1090609 h 21600"/>
              <a:gd name="T80" fmla="*/ 1524494 w 21600"/>
              <a:gd name="T81" fmla="*/ 1025546 h 21600"/>
              <a:gd name="T82" fmla="*/ 1596609 w 21600"/>
              <a:gd name="T83" fmla="*/ 970017 h 21600"/>
              <a:gd name="T84" fmla="*/ 1679092 w 21600"/>
              <a:gd name="T85" fmla="*/ 920801 h 21600"/>
              <a:gd name="T86" fmla="*/ 1780538 w 21600"/>
              <a:gd name="T87" fmla="*/ 871585 h 21600"/>
              <a:gd name="T88" fmla="*/ 1876753 w 21600"/>
              <a:gd name="T89" fmla="*/ 831903 h 21600"/>
              <a:gd name="T90" fmla="*/ 2017713 w 21600"/>
              <a:gd name="T91" fmla="*/ 796988 h 21600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21140" y="37"/>
                </a:lnTo>
                <a:lnTo>
                  <a:pt x="20662" y="74"/>
                </a:lnTo>
                <a:lnTo>
                  <a:pt x="20036" y="160"/>
                </a:lnTo>
                <a:lnTo>
                  <a:pt x="19576" y="209"/>
                </a:lnTo>
                <a:lnTo>
                  <a:pt x="19079" y="296"/>
                </a:lnTo>
                <a:lnTo>
                  <a:pt x="18619" y="370"/>
                </a:lnTo>
                <a:lnTo>
                  <a:pt x="18123" y="431"/>
                </a:lnTo>
                <a:lnTo>
                  <a:pt x="17663" y="518"/>
                </a:lnTo>
                <a:lnTo>
                  <a:pt x="17203" y="616"/>
                </a:lnTo>
                <a:lnTo>
                  <a:pt x="16614" y="739"/>
                </a:lnTo>
                <a:lnTo>
                  <a:pt x="16099" y="863"/>
                </a:lnTo>
                <a:lnTo>
                  <a:pt x="15584" y="973"/>
                </a:lnTo>
                <a:lnTo>
                  <a:pt x="15050" y="1109"/>
                </a:lnTo>
                <a:lnTo>
                  <a:pt x="14517" y="1257"/>
                </a:lnTo>
                <a:lnTo>
                  <a:pt x="14038" y="1380"/>
                </a:lnTo>
                <a:lnTo>
                  <a:pt x="13578" y="1528"/>
                </a:lnTo>
                <a:lnTo>
                  <a:pt x="13155" y="1663"/>
                </a:lnTo>
                <a:lnTo>
                  <a:pt x="12732" y="1824"/>
                </a:lnTo>
                <a:lnTo>
                  <a:pt x="12253" y="1971"/>
                </a:lnTo>
                <a:lnTo>
                  <a:pt x="11757" y="2156"/>
                </a:lnTo>
                <a:lnTo>
                  <a:pt x="11297" y="2353"/>
                </a:lnTo>
                <a:lnTo>
                  <a:pt x="10855" y="2538"/>
                </a:lnTo>
                <a:lnTo>
                  <a:pt x="10432" y="2698"/>
                </a:lnTo>
                <a:lnTo>
                  <a:pt x="9751" y="2994"/>
                </a:lnTo>
                <a:lnTo>
                  <a:pt x="9089" y="3352"/>
                </a:lnTo>
                <a:lnTo>
                  <a:pt x="8555" y="3623"/>
                </a:lnTo>
                <a:lnTo>
                  <a:pt x="7911" y="4005"/>
                </a:lnTo>
                <a:lnTo>
                  <a:pt x="7470" y="4276"/>
                </a:lnTo>
                <a:lnTo>
                  <a:pt x="6991" y="4596"/>
                </a:lnTo>
                <a:lnTo>
                  <a:pt x="6458" y="4953"/>
                </a:lnTo>
                <a:lnTo>
                  <a:pt x="6016" y="5286"/>
                </a:lnTo>
                <a:lnTo>
                  <a:pt x="5593" y="5680"/>
                </a:lnTo>
                <a:lnTo>
                  <a:pt x="5115" y="6050"/>
                </a:lnTo>
                <a:lnTo>
                  <a:pt x="4673" y="6444"/>
                </a:lnTo>
                <a:lnTo>
                  <a:pt x="4305" y="6777"/>
                </a:lnTo>
                <a:lnTo>
                  <a:pt x="3974" y="7196"/>
                </a:lnTo>
                <a:lnTo>
                  <a:pt x="3625" y="7615"/>
                </a:lnTo>
                <a:lnTo>
                  <a:pt x="3330" y="8034"/>
                </a:lnTo>
                <a:lnTo>
                  <a:pt x="3036" y="8502"/>
                </a:lnTo>
                <a:lnTo>
                  <a:pt x="2668" y="9081"/>
                </a:lnTo>
                <a:lnTo>
                  <a:pt x="2429" y="9599"/>
                </a:lnTo>
                <a:lnTo>
                  <a:pt x="2189" y="10141"/>
                </a:lnTo>
                <a:lnTo>
                  <a:pt x="2061" y="10658"/>
                </a:lnTo>
                <a:lnTo>
                  <a:pt x="1895" y="11287"/>
                </a:lnTo>
                <a:lnTo>
                  <a:pt x="1766" y="12051"/>
                </a:lnTo>
                <a:lnTo>
                  <a:pt x="1748" y="12642"/>
                </a:lnTo>
                <a:lnTo>
                  <a:pt x="1766" y="13246"/>
                </a:lnTo>
                <a:lnTo>
                  <a:pt x="1858" y="13825"/>
                </a:lnTo>
                <a:lnTo>
                  <a:pt x="1987" y="14355"/>
                </a:lnTo>
                <a:lnTo>
                  <a:pt x="2116" y="14897"/>
                </a:lnTo>
                <a:lnTo>
                  <a:pt x="2337" y="15464"/>
                </a:lnTo>
                <a:lnTo>
                  <a:pt x="2613" y="16068"/>
                </a:lnTo>
                <a:lnTo>
                  <a:pt x="2981" y="16696"/>
                </a:lnTo>
                <a:lnTo>
                  <a:pt x="3349" y="17287"/>
                </a:lnTo>
                <a:lnTo>
                  <a:pt x="3772" y="17842"/>
                </a:lnTo>
                <a:lnTo>
                  <a:pt x="4268" y="18409"/>
                </a:lnTo>
                <a:lnTo>
                  <a:pt x="4857" y="18939"/>
                </a:lnTo>
                <a:lnTo>
                  <a:pt x="0" y="20417"/>
                </a:lnTo>
                <a:lnTo>
                  <a:pt x="14811" y="21600"/>
                </a:lnTo>
                <a:lnTo>
                  <a:pt x="20257" y="14244"/>
                </a:lnTo>
                <a:lnTo>
                  <a:pt x="14572" y="15883"/>
                </a:lnTo>
                <a:lnTo>
                  <a:pt x="14020" y="15402"/>
                </a:lnTo>
                <a:lnTo>
                  <a:pt x="13670" y="14983"/>
                </a:lnTo>
                <a:lnTo>
                  <a:pt x="13357" y="14564"/>
                </a:lnTo>
                <a:lnTo>
                  <a:pt x="13137" y="14121"/>
                </a:lnTo>
                <a:lnTo>
                  <a:pt x="12989" y="13702"/>
                </a:lnTo>
                <a:lnTo>
                  <a:pt x="12934" y="13283"/>
                </a:lnTo>
                <a:lnTo>
                  <a:pt x="12861" y="12876"/>
                </a:lnTo>
                <a:lnTo>
                  <a:pt x="12861" y="12457"/>
                </a:lnTo>
                <a:lnTo>
                  <a:pt x="12916" y="11989"/>
                </a:lnTo>
                <a:lnTo>
                  <a:pt x="13008" y="11509"/>
                </a:lnTo>
                <a:lnTo>
                  <a:pt x="13210" y="10979"/>
                </a:lnTo>
                <a:lnTo>
                  <a:pt x="13431" y="10560"/>
                </a:lnTo>
                <a:lnTo>
                  <a:pt x="13762" y="10079"/>
                </a:lnTo>
                <a:lnTo>
                  <a:pt x="14057" y="9673"/>
                </a:lnTo>
                <a:lnTo>
                  <a:pt x="14480" y="9291"/>
                </a:lnTo>
                <a:lnTo>
                  <a:pt x="14811" y="8983"/>
                </a:lnTo>
                <a:lnTo>
                  <a:pt x="15142" y="8724"/>
                </a:lnTo>
                <a:lnTo>
                  <a:pt x="15492" y="8465"/>
                </a:lnTo>
                <a:lnTo>
                  <a:pt x="15878" y="8219"/>
                </a:lnTo>
                <a:lnTo>
                  <a:pt x="16320" y="7960"/>
                </a:lnTo>
                <a:lnTo>
                  <a:pt x="16688" y="7775"/>
                </a:lnTo>
                <a:lnTo>
                  <a:pt x="17092" y="7529"/>
                </a:lnTo>
                <a:lnTo>
                  <a:pt x="17516" y="7344"/>
                </a:lnTo>
                <a:lnTo>
                  <a:pt x="17975" y="7147"/>
                </a:lnTo>
                <a:lnTo>
                  <a:pt x="18564" y="6937"/>
                </a:lnTo>
                <a:lnTo>
                  <a:pt x="19061" y="6765"/>
                </a:lnTo>
                <a:lnTo>
                  <a:pt x="19466" y="6641"/>
                </a:lnTo>
                <a:lnTo>
                  <a:pt x="20091" y="6457"/>
                </a:lnTo>
                <a:lnTo>
                  <a:pt x="20662" y="6333"/>
                </a:lnTo>
                <a:lnTo>
                  <a:pt x="21600" y="6186"/>
                </a:lnTo>
                <a:lnTo>
                  <a:pt x="21600" y="0"/>
                </a:lnTo>
              </a:path>
            </a:pathLst>
          </a:custGeom>
          <a:solidFill>
            <a:srgbClr val="008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4761" name="Freeform 11"/>
          <p:cNvSpPr>
            <a:spLocks/>
          </p:cNvSpPr>
          <p:nvPr/>
        </p:nvSpPr>
        <p:spPr bwMode="auto">
          <a:xfrm>
            <a:off x="3909646" y="2068513"/>
            <a:ext cx="2772508" cy="2519362"/>
          </a:xfrm>
          <a:custGeom>
            <a:avLst/>
            <a:gdLst>
              <a:gd name="T0" fmla="*/ 1186263 w 21600"/>
              <a:gd name="T1" fmla="*/ 374638 h 21600"/>
              <a:gd name="T2" fmla="*/ 1296254 w 21600"/>
              <a:gd name="T3" fmla="*/ 392134 h 21600"/>
              <a:gd name="T4" fmla="*/ 1378852 w 21600"/>
              <a:gd name="T5" fmla="*/ 406364 h 21600"/>
              <a:gd name="T6" fmla="*/ 1468263 w 21600"/>
              <a:gd name="T7" fmla="*/ 427009 h 21600"/>
              <a:gd name="T8" fmla="*/ 1557674 w 21600"/>
              <a:gd name="T9" fmla="*/ 449286 h 21600"/>
              <a:gd name="T10" fmla="*/ 1660852 w 21600"/>
              <a:gd name="T11" fmla="*/ 477862 h 21600"/>
              <a:gd name="T12" fmla="*/ 1757077 w 21600"/>
              <a:gd name="T13" fmla="*/ 511221 h 21600"/>
              <a:gd name="T14" fmla="*/ 1853302 w 21600"/>
              <a:gd name="T15" fmla="*/ 546095 h 21600"/>
              <a:gd name="T16" fmla="*/ 1935899 w 21600"/>
              <a:gd name="T17" fmla="*/ 584235 h 21600"/>
              <a:gd name="T18" fmla="*/ 2020165 w 21600"/>
              <a:gd name="T19" fmla="*/ 622259 h 21600"/>
              <a:gd name="T20" fmla="*/ 2109577 w 21600"/>
              <a:gd name="T21" fmla="*/ 671480 h 21600"/>
              <a:gd name="T22" fmla="*/ 2188559 w 21600"/>
              <a:gd name="T23" fmla="*/ 717552 h 21600"/>
              <a:gd name="T24" fmla="*/ 2317600 w 21600"/>
              <a:gd name="T25" fmla="*/ 800131 h 21600"/>
              <a:gd name="T26" fmla="*/ 2425923 w 21600"/>
              <a:gd name="T27" fmla="*/ 882593 h 21600"/>
              <a:gd name="T28" fmla="*/ 2511858 w 21600"/>
              <a:gd name="T29" fmla="*/ 962023 h 21600"/>
              <a:gd name="T30" fmla="*/ 2602938 w 21600"/>
              <a:gd name="T31" fmla="*/ 1052533 h 21600"/>
              <a:gd name="T32" fmla="*/ 2687204 w 21600"/>
              <a:gd name="T33" fmla="*/ 1147709 h 21600"/>
              <a:gd name="T34" fmla="*/ 2762849 w 21600"/>
              <a:gd name="T35" fmla="*/ 1243002 h 21600"/>
              <a:gd name="T36" fmla="*/ 2828204 w 21600"/>
              <a:gd name="T37" fmla="*/ 1349375 h 21600"/>
              <a:gd name="T38" fmla="*/ 2881461 w 21600"/>
              <a:gd name="T39" fmla="*/ 1462046 h 21600"/>
              <a:gd name="T40" fmla="*/ 2940003 w 21600"/>
              <a:gd name="T41" fmla="*/ 1604927 h 21600"/>
              <a:gd name="T42" fmla="*/ 2974349 w 21600"/>
              <a:gd name="T43" fmla="*/ 1741509 h 21600"/>
              <a:gd name="T44" fmla="*/ 3001881 w 21600"/>
              <a:gd name="T45" fmla="*/ 1922413 h 21600"/>
              <a:gd name="T46" fmla="*/ 3001881 w 21600"/>
              <a:gd name="T47" fmla="*/ 2073225 h 21600"/>
              <a:gd name="T48" fmla="*/ 2981162 w 21600"/>
              <a:gd name="T49" fmla="*/ 2216105 h 21600"/>
              <a:gd name="T50" fmla="*/ 2948485 w 21600"/>
              <a:gd name="T51" fmla="*/ 2360619 h 21600"/>
              <a:gd name="T52" fmla="*/ 2886606 w 21600"/>
              <a:gd name="T53" fmla="*/ 2519362 h 21600"/>
              <a:gd name="T54" fmla="*/ 1939376 w 21600"/>
              <a:gd name="T55" fmla="*/ 2160586 h 21600"/>
              <a:gd name="T56" fmla="*/ 1965100 w 21600"/>
              <a:gd name="T57" fmla="*/ 2028786 h 21600"/>
              <a:gd name="T58" fmla="*/ 1959955 w 21600"/>
              <a:gd name="T59" fmla="*/ 1911333 h 21600"/>
              <a:gd name="T60" fmla="*/ 1930754 w 21600"/>
              <a:gd name="T61" fmla="*/ 1782799 h 21600"/>
              <a:gd name="T62" fmla="*/ 1877497 w 21600"/>
              <a:gd name="T63" fmla="*/ 1668494 h 21600"/>
              <a:gd name="T64" fmla="*/ 1812142 w 21600"/>
              <a:gd name="T65" fmla="*/ 1563637 h 21600"/>
              <a:gd name="T66" fmla="*/ 1748455 w 21600"/>
              <a:gd name="T67" fmla="*/ 1490623 h 21600"/>
              <a:gd name="T68" fmla="*/ 1681432 w 21600"/>
              <a:gd name="T69" fmla="*/ 1427172 h 21600"/>
              <a:gd name="T70" fmla="*/ 1605787 w 21600"/>
              <a:gd name="T71" fmla="*/ 1370020 h 21600"/>
              <a:gd name="T72" fmla="*/ 1528473 w 21600"/>
              <a:gd name="T73" fmla="*/ 1316017 h 21600"/>
              <a:gd name="T74" fmla="*/ 1426964 w 21600"/>
              <a:gd name="T75" fmla="*/ 1265280 h 21600"/>
              <a:gd name="T76" fmla="*/ 1342698 w 21600"/>
              <a:gd name="T77" fmla="*/ 1225506 h 21600"/>
              <a:gd name="T78" fmla="*/ 1237852 w 21600"/>
              <a:gd name="T79" fmla="*/ 1185850 h 21600"/>
              <a:gd name="T80" fmla="*/ 1146772 w 21600"/>
              <a:gd name="T81" fmla="*/ 1162056 h 21600"/>
              <a:gd name="T82" fmla="*/ 1012586 w 21600"/>
              <a:gd name="T83" fmla="*/ 1143044 h 21600"/>
              <a:gd name="T84" fmla="*/ 882015 w 21600"/>
              <a:gd name="T85" fmla="*/ 1133480 h 21600"/>
              <a:gd name="T86" fmla="*/ 845861 w 21600"/>
              <a:gd name="T87" fmla="*/ 1542993 h 21600"/>
              <a:gd name="T88" fmla="*/ 844192 w 21600"/>
              <a:gd name="T89" fmla="*/ 0 h 21600"/>
              <a:gd name="T90" fmla="*/ 888828 w 21600"/>
              <a:gd name="T91" fmla="*/ 353994 h 21600"/>
              <a:gd name="T92" fmla="*/ 1023015 w 21600"/>
              <a:gd name="T93" fmla="*/ 358776 h 21600"/>
              <a:gd name="T94" fmla="*/ 1143296 w 21600"/>
              <a:gd name="T95" fmla="*/ 369856 h 216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1600" h="21600">
                <a:moveTo>
                  <a:pt x="8222" y="3171"/>
                </a:moveTo>
                <a:lnTo>
                  <a:pt x="8531" y="3212"/>
                </a:lnTo>
                <a:lnTo>
                  <a:pt x="8927" y="3267"/>
                </a:lnTo>
                <a:lnTo>
                  <a:pt x="9322" y="3362"/>
                </a:lnTo>
                <a:lnTo>
                  <a:pt x="9595" y="3416"/>
                </a:lnTo>
                <a:lnTo>
                  <a:pt x="9916" y="3484"/>
                </a:lnTo>
                <a:lnTo>
                  <a:pt x="10237" y="3580"/>
                </a:lnTo>
                <a:lnTo>
                  <a:pt x="10559" y="3661"/>
                </a:lnTo>
                <a:lnTo>
                  <a:pt x="10856" y="3729"/>
                </a:lnTo>
                <a:lnTo>
                  <a:pt x="11202" y="3852"/>
                </a:lnTo>
                <a:lnTo>
                  <a:pt x="11597" y="4002"/>
                </a:lnTo>
                <a:lnTo>
                  <a:pt x="11944" y="4097"/>
                </a:lnTo>
                <a:lnTo>
                  <a:pt x="12253" y="4233"/>
                </a:lnTo>
                <a:lnTo>
                  <a:pt x="12636" y="4383"/>
                </a:lnTo>
                <a:lnTo>
                  <a:pt x="12995" y="4532"/>
                </a:lnTo>
                <a:lnTo>
                  <a:pt x="13328" y="4682"/>
                </a:lnTo>
                <a:lnTo>
                  <a:pt x="13638" y="4859"/>
                </a:lnTo>
                <a:lnTo>
                  <a:pt x="13922" y="5009"/>
                </a:lnTo>
                <a:lnTo>
                  <a:pt x="14206" y="5186"/>
                </a:lnTo>
                <a:lnTo>
                  <a:pt x="14528" y="5335"/>
                </a:lnTo>
                <a:lnTo>
                  <a:pt x="14862" y="5553"/>
                </a:lnTo>
                <a:lnTo>
                  <a:pt x="15171" y="5757"/>
                </a:lnTo>
                <a:lnTo>
                  <a:pt x="15467" y="5961"/>
                </a:lnTo>
                <a:lnTo>
                  <a:pt x="15739" y="6152"/>
                </a:lnTo>
                <a:lnTo>
                  <a:pt x="16197" y="6492"/>
                </a:lnTo>
                <a:lnTo>
                  <a:pt x="16667" y="6860"/>
                </a:lnTo>
                <a:lnTo>
                  <a:pt x="17025" y="7146"/>
                </a:lnTo>
                <a:lnTo>
                  <a:pt x="17446" y="7567"/>
                </a:lnTo>
                <a:lnTo>
                  <a:pt x="17730" y="7894"/>
                </a:lnTo>
                <a:lnTo>
                  <a:pt x="18064" y="8248"/>
                </a:lnTo>
                <a:lnTo>
                  <a:pt x="18422" y="8643"/>
                </a:lnTo>
                <a:lnTo>
                  <a:pt x="18719" y="9024"/>
                </a:lnTo>
                <a:lnTo>
                  <a:pt x="19016" y="9446"/>
                </a:lnTo>
                <a:lnTo>
                  <a:pt x="19325" y="9840"/>
                </a:lnTo>
                <a:lnTo>
                  <a:pt x="19609" y="10276"/>
                </a:lnTo>
                <a:lnTo>
                  <a:pt x="19869" y="10657"/>
                </a:lnTo>
                <a:lnTo>
                  <a:pt x="20116" y="11120"/>
                </a:lnTo>
                <a:lnTo>
                  <a:pt x="20339" y="11569"/>
                </a:lnTo>
                <a:lnTo>
                  <a:pt x="20537" y="12045"/>
                </a:lnTo>
                <a:lnTo>
                  <a:pt x="20722" y="12535"/>
                </a:lnTo>
                <a:lnTo>
                  <a:pt x="20969" y="13175"/>
                </a:lnTo>
                <a:lnTo>
                  <a:pt x="21143" y="13760"/>
                </a:lnTo>
                <a:lnTo>
                  <a:pt x="21303" y="14359"/>
                </a:lnTo>
                <a:lnTo>
                  <a:pt x="21390" y="14931"/>
                </a:lnTo>
                <a:lnTo>
                  <a:pt x="21501" y="15611"/>
                </a:lnTo>
                <a:lnTo>
                  <a:pt x="21588" y="16482"/>
                </a:lnTo>
                <a:lnTo>
                  <a:pt x="21600" y="17136"/>
                </a:lnTo>
                <a:lnTo>
                  <a:pt x="21588" y="17775"/>
                </a:lnTo>
                <a:lnTo>
                  <a:pt x="21513" y="18415"/>
                </a:lnTo>
                <a:lnTo>
                  <a:pt x="21439" y="19000"/>
                </a:lnTo>
                <a:lnTo>
                  <a:pt x="21353" y="19613"/>
                </a:lnTo>
                <a:lnTo>
                  <a:pt x="21204" y="20239"/>
                </a:lnTo>
                <a:lnTo>
                  <a:pt x="21007" y="20906"/>
                </a:lnTo>
                <a:lnTo>
                  <a:pt x="20759" y="21600"/>
                </a:lnTo>
                <a:lnTo>
                  <a:pt x="19350" y="17694"/>
                </a:lnTo>
                <a:lnTo>
                  <a:pt x="13947" y="18524"/>
                </a:lnTo>
                <a:lnTo>
                  <a:pt x="14083" y="17816"/>
                </a:lnTo>
                <a:lnTo>
                  <a:pt x="14132" y="17394"/>
                </a:lnTo>
                <a:lnTo>
                  <a:pt x="14132" y="16932"/>
                </a:lnTo>
                <a:lnTo>
                  <a:pt x="14095" y="16387"/>
                </a:lnTo>
                <a:lnTo>
                  <a:pt x="14008" y="15870"/>
                </a:lnTo>
                <a:lnTo>
                  <a:pt x="13885" y="15285"/>
                </a:lnTo>
                <a:lnTo>
                  <a:pt x="13736" y="14822"/>
                </a:lnTo>
                <a:lnTo>
                  <a:pt x="13502" y="14305"/>
                </a:lnTo>
                <a:lnTo>
                  <a:pt x="13291" y="13856"/>
                </a:lnTo>
                <a:lnTo>
                  <a:pt x="13032" y="13406"/>
                </a:lnTo>
                <a:lnTo>
                  <a:pt x="12797" y="13080"/>
                </a:lnTo>
                <a:lnTo>
                  <a:pt x="12574" y="12780"/>
                </a:lnTo>
                <a:lnTo>
                  <a:pt x="12339" y="12508"/>
                </a:lnTo>
                <a:lnTo>
                  <a:pt x="12092" y="12236"/>
                </a:lnTo>
                <a:lnTo>
                  <a:pt x="11795" y="11950"/>
                </a:lnTo>
                <a:lnTo>
                  <a:pt x="11548" y="11746"/>
                </a:lnTo>
                <a:lnTo>
                  <a:pt x="11264" y="11501"/>
                </a:lnTo>
                <a:lnTo>
                  <a:pt x="10992" y="11283"/>
                </a:lnTo>
                <a:lnTo>
                  <a:pt x="10658" y="11065"/>
                </a:lnTo>
                <a:lnTo>
                  <a:pt x="10262" y="10848"/>
                </a:lnTo>
                <a:lnTo>
                  <a:pt x="9941" y="10643"/>
                </a:lnTo>
                <a:lnTo>
                  <a:pt x="9656" y="10507"/>
                </a:lnTo>
                <a:lnTo>
                  <a:pt x="9261" y="10290"/>
                </a:lnTo>
                <a:lnTo>
                  <a:pt x="8902" y="10167"/>
                </a:lnTo>
                <a:lnTo>
                  <a:pt x="8581" y="10072"/>
                </a:lnTo>
                <a:lnTo>
                  <a:pt x="8247" y="9963"/>
                </a:lnTo>
                <a:lnTo>
                  <a:pt x="7752" y="9868"/>
                </a:lnTo>
                <a:lnTo>
                  <a:pt x="7282" y="9800"/>
                </a:lnTo>
                <a:lnTo>
                  <a:pt x="6813" y="9745"/>
                </a:lnTo>
                <a:lnTo>
                  <a:pt x="6343" y="9718"/>
                </a:lnTo>
                <a:lnTo>
                  <a:pt x="6083" y="9704"/>
                </a:lnTo>
                <a:lnTo>
                  <a:pt x="6083" y="13229"/>
                </a:lnTo>
                <a:lnTo>
                  <a:pt x="0" y="6710"/>
                </a:lnTo>
                <a:lnTo>
                  <a:pt x="6071" y="0"/>
                </a:lnTo>
                <a:lnTo>
                  <a:pt x="6071" y="3022"/>
                </a:lnTo>
                <a:lnTo>
                  <a:pt x="6392" y="3035"/>
                </a:lnTo>
                <a:lnTo>
                  <a:pt x="6862" y="3049"/>
                </a:lnTo>
                <a:lnTo>
                  <a:pt x="7357" y="3076"/>
                </a:lnTo>
                <a:lnTo>
                  <a:pt x="7826" y="3117"/>
                </a:lnTo>
                <a:lnTo>
                  <a:pt x="8222" y="3171"/>
                </a:lnTo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tângulo 1"/>
          <p:cNvSpPr/>
          <p:nvPr/>
        </p:nvSpPr>
        <p:spPr>
          <a:xfrm>
            <a:off x="490330" y="5230813"/>
            <a:ext cx="82030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Teste de </a:t>
            </a:r>
            <a:r>
              <a:rPr lang="pt-BR" b="1" dirty="0" smtClean="0"/>
              <a:t>regressão</a:t>
            </a:r>
            <a:r>
              <a:rPr lang="pt-BR" dirty="0" smtClean="0"/>
              <a:t>:  </a:t>
            </a:r>
            <a:r>
              <a:rPr lang="pt-BR" dirty="0"/>
              <a:t>Um conjunto de testes </a:t>
            </a:r>
            <a:r>
              <a:rPr lang="pt-BR" dirty="0" smtClean="0"/>
              <a:t> desenvolvido </a:t>
            </a:r>
            <a:r>
              <a:rPr lang="pt-BR" dirty="0"/>
              <a:t>de forma incremental enquanto um programa </a:t>
            </a:r>
            <a:r>
              <a:rPr lang="pt-BR" dirty="0" smtClean="0"/>
              <a:t>é desenvolvido</a:t>
            </a:r>
            <a:r>
              <a:rPr lang="pt-BR" dirty="0"/>
              <a:t>. </a:t>
            </a:r>
            <a:endParaRPr lang="pt-BR" dirty="0" smtClean="0"/>
          </a:p>
          <a:p>
            <a:pPr algn="just"/>
            <a:r>
              <a:rPr lang="pt-BR" dirty="0" smtClean="0"/>
              <a:t>Você </a:t>
            </a:r>
            <a:r>
              <a:rPr lang="pt-BR" dirty="0"/>
              <a:t>sempre pode executar testes de regressão para verificar se as mudanças no programa </a:t>
            </a:r>
            <a:r>
              <a:rPr lang="pt-BR" dirty="0" smtClean="0"/>
              <a:t>não introduziram </a:t>
            </a:r>
            <a:r>
              <a:rPr lang="pt-BR" dirty="0"/>
              <a:t>novos </a:t>
            </a:r>
            <a:r>
              <a:rPr lang="pt-BR" dirty="0" smtClean="0"/>
              <a:t>bugs </a:t>
            </a:r>
            <a:r>
              <a:rPr lang="pt-BR" sz="1400" dirty="0" smtClean="0"/>
              <a:t>(</a:t>
            </a:r>
            <a:r>
              <a:rPr lang="pt-BR" sz="1400" dirty="0" smtClean="0"/>
              <a:t>Sommerville</a:t>
            </a:r>
            <a:r>
              <a:rPr lang="pt-BR" sz="1400" dirty="0" smtClean="0"/>
              <a:t>,</a:t>
            </a:r>
            <a:r>
              <a:rPr lang="pt-BR" sz="1400" dirty="0" smtClean="0"/>
              <a:t>2011</a:t>
            </a:r>
            <a:r>
              <a:rPr lang="pt-BR" sz="1400" dirty="0" smtClean="0"/>
              <a:t>)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64310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5" name="Rectangle 5"/>
          <p:cNvSpPr>
            <a:spLocks/>
          </p:cNvSpPr>
          <p:nvPr/>
        </p:nvSpPr>
        <p:spPr bwMode="auto">
          <a:xfrm>
            <a:off x="2489689" y="1960563"/>
            <a:ext cx="354623" cy="342900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163846" name="Rectangle 6"/>
          <p:cNvSpPr>
            <a:spLocks/>
          </p:cNvSpPr>
          <p:nvPr/>
        </p:nvSpPr>
        <p:spPr bwMode="auto">
          <a:xfrm>
            <a:off x="1968012" y="2689225"/>
            <a:ext cx="356088" cy="342900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163847" name="Rectangle 7"/>
          <p:cNvSpPr>
            <a:spLocks/>
          </p:cNvSpPr>
          <p:nvPr/>
        </p:nvSpPr>
        <p:spPr bwMode="auto">
          <a:xfrm>
            <a:off x="2476500" y="2689225"/>
            <a:ext cx="356089" cy="342900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163848" name="Rectangle 8"/>
          <p:cNvSpPr>
            <a:spLocks/>
          </p:cNvSpPr>
          <p:nvPr/>
        </p:nvSpPr>
        <p:spPr bwMode="auto">
          <a:xfrm>
            <a:off x="2971800" y="2689225"/>
            <a:ext cx="356089" cy="342900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163849" name="Rectangle 9"/>
          <p:cNvSpPr>
            <a:spLocks/>
          </p:cNvSpPr>
          <p:nvPr/>
        </p:nvSpPr>
        <p:spPr bwMode="auto">
          <a:xfrm>
            <a:off x="1485900" y="3546475"/>
            <a:ext cx="356089" cy="342900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163850" name="Rectangle 10"/>
          <p:cNvSpPr>
            <a:spLocks/>
          </p:cNvSpPr>
          <p:nvPr/>
        </p:nvSpPr>
        <p:spPr bwMode="auto">
          <a:xfrm>
            <a:off x="1994389" y="3546475"/>
            <a:ext cx="354623" cy="3429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163851" name="Rectangle 11"/>
          <p:cNvSpPr>
            <a:spLocks/>
          </p:cNvSpPr>
          <p:nvPr/>
        </p:nvSpPr>
        <p:spPr bwMode="auto">
          <a:xfrm>
            <a:off x="2476500" y="3532188"/>
            <a:ext cx="356089" cy="342900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163852" name="Rectangle 12"/>
          <p:cNvSpPr>
            <a:spLocks/>
          </p:cNvSpPr>
          <p:nvPr/>
        </p:nvSpPr>
        <p:spPr bwMode="auto">
          <a:xfrm>
            <a:off x="1968012" y="4389438"/>
            <a:ext cx="356088" cy="342900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163853" name="Rectangle 13"/>
          <p:cNvSpPr>
            <a:spLocks/>
          </p:cNvSpPr>
          <p:nvPr/>
        </p:nvSpPr>
        <p:spPr bwMode="auto">
          <a:xfrm>
            <a:off x="2476500" y="4389438"/>
            <a:ext cx="356089" cy="342900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163854" name="Rectangle 14"/>
          <p:cNvSpPr>
            <a:spLocks/>
          </p:cNvSpPr>
          <p:nvPr/>
        </p:nvSpPr>
        <p:spPr bwMode="auto">
          <a:xfrm>
            <a:off x="2971800" y="4389438"/>
            <a:ext cx="356089" cy="342900"/>
          </a:xfrm>
          <a:prstGeom prst="rect">
            <a:avLst/>
          </a:prstGeom>
          <a:solidFill>
            <a:srgbClr val="6666FF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163855" name="Rectangle 15"/>
          <p:cNvSpPr>
            <a:spLocks/>
          </p:cNvSpPr>
          <p:nvPr/>
        </p:nvSpPr>
        <p:spPr bwMode="auto">
          <a:xfrm>
            <a:off x="2996712" y="3532188"/>
            <a:ext cx="356088" cy="342900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163856" name="Rectangle 16"/>
          <p:cNvSpPr>
            <a:spLocks/>
          </p:cNvSpPr>
          <p:nvPr/>
        </p:nvSpPr>
        <p:spPr bwMode="auto">
          <a:xfrm>
            <a:off x="3492012" y="3517900"/>
            <a:ext cx="356088" cy="342900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  <p:sp>
        <p:nvSpPr>
          <p:cNvPr id="75791" name="Rectangle 17"/>
          <p:cNvSpPr>
            <a:spLocks/>
          </p:cNvSpPr>
          <p:nvPr/>
        </p:nvSpPr>
        <p:spPr bwMode="auto">
          <a:xfrm>
            <a:off x="1040423" y="4816475"/>
            <a:ext cx="11177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sintoma</a:t>
            </a:r>
          </a:p>
        </p:txBody>
      </p:sp>
      <p:sp>
        <p:nvSpPr>
          <p:cNvPr id="75792" name="Rectangle 18"/>
          <p:cNvSpPr>
            <a:spLocks/>
          </p:cNvSpPr>
          <p:nvPr/>
        </p:nvSpPr>
        <p:spPr bwMode="auto">
          <a:xfrm>
            <a:off x="3071446" y="5159375"/>
            <a:ext cx="8613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 sz="2400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causa</a:t>
            </a:r>
          </a:p>
        </p:txBody>
      </p:sp>
      <p:sp>
        <p:nvSpPr>
          <p:cNvPr id="75793" name="Rectangle 19"/>
          <p:cNvSpPr>
            <a:spLocks/>
          </p:cNvSpPr>
          <p:nvPr/>
        </p:nvSpPr>
        <p:spPr bwMode="auto">
          <a:xfrm>
            <a:off x="4532435" y="1708150"/>
            <a:ext cx="345319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o sintoma e a causa podem estar </a:t>
            </a:r>
          </a:p>
          <a:p>
            <a:pPr marL="38100"/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geograficamente separados</a:t>
            </a:r>
          </a:p>
        </p:txBody>
      </p:sp>
      <p:sp>
        <p:nvSpPr>
          <p:cNvPr id="75794" name="Rectangle 20"/>
          <p:cNvSpPr>
            <a:spLocks/>
          </p:cNvSpPr>
          <p:nvPr/>
        </p:nvSpPr>
        <p:spPr bwMode="auto">
          <a:xfrm>
            <a:off x="4532435" y="2233614"/>
            <a:ext cx="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75795" name="Rectangle 21"/>
          <p:cNvSpPr>
            <a:spLocks/>
          </p:cNvSpPr>
          <p:nvPr/>
        </p:nvSpPr>
        <p:spPr bwMode="auto">
          <a:xfrm>
            <a:off x="4532435" y="2490788"/>
            <a:ext cx="380023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o sintoma pode desaparecer quando </a:t>
            </a:r>
          </a:p>
          <a:p>
            <a:pPr marL="38100"/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um outro problema é consertado </a:t>
            </a:r>
          </a:p>
        </p:txBody>
      </p:sp>
      <p:sp>
        <p:nvSpPr>
          <p:cNvPr id="75796" name="Rectangle 22"/>
          <p:cNvSpPr>
            <a:spLocks/>
          </p:cNvSpPr>
          <p:nvPr/>
        </p:nvSpPr>
        <p:spPr bwMode="auto">
          <a:xfrm>
            <a:off x="4532435" y="3005139"/>
            <a:ext cx="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75797" name="Rectangle 23"/>
          <p:cNvSpPr>
            <a:spLocks/>
          </p:cNvSpPr>
          <p:nvPr/>
        </p:nvSpPr>
        <p:spPr bwMode="auto">
          <a:xfrm>
            <a:off x="4532435" y="3262313"/>
            <a:ext cx="395385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a causa pode ser uma combinação de </a:t>
            </a:r>
          </a:p>
          <a:p>
            <a:pPr marL="38100"/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fatores que não são erros </a:t>
            </a:r>
          </a:p>
        </p:txBody>
      </p:sp>
      <p:sp>
        <p:nvSpPr>
          <p:cNvPr id="75798" name="Rectangle 24"/>
          <p:cNvSpPr>
            <a:spLocks/>
          </p:cNvSpPr>
          <p:nvPr/>
        </p:nvSpPr>
        <p:spPr bwMode="auto">
          <a:xfrm>
            <a:off x="4532435" y="3776664"/>
            <a:ext cx="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75799" name="Rectangle 25"/>
          <p:cNvSpPr>
            <a:spLocks/>
          </p:cNvSpPr>
          <p:nvPr/>
        </p:nvSpPr>
        <p:spPr bwMode="auto">
          <a:xfrm>
            <a:off x="4532436" y="4033838"/>
            <a:ext cx="346581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a causa pode ser devido a um </a:t>
            </a:r>
          </a:p>
          <a:p>
            <a:pPr marL="38100"/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erro de sistema ou de compilador</a:t>
            </a:r>
          </a:p>
        </p:txBody>
      </p:sp>
      <p:sp>
        <p:nvSpPr>
          <p:cNvPr id="75800" name="Rectangle 26"/>
          <p:cNvSpPr>
            <a:spLocks/>
          </p:cNvSpPr>
          <p:nvPr/>
        </p:nvSpPr>
        <p:spPr bwMode="auto">
          <a:xfrm>
            <a:off x="4532435" y="4548189"/>
            <a:ext cx="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75801" name="Rectangle 27"/>
          <p:cNvSpPr>
            <a:spLocks/>
          </p:cNvSpPr>
          <p:nvPr/>
        </p:nvSpPr>
        <p:spPr bwMode="auto">
          <a:xfrm>
            <a:off x="4532435" y="4805363"/>
            <a:ext cx="386357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a causa pode ser devido a uma </a:t>
            </a:r>
          </a:p>
          <a:p>
            <a:pPr marL="38100"/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premissa errada que todos acreditam</a:t>
            </a:r>
          </a:p>
        </p:txBody>
      </p:sp>
      <p:sp>
        <p:nvSpPr>
          <p:cNvPr id="75802" name="Rectangle 28"/>
          <p:cNvSpPr>
            <a:spLocks/>
          </p:cNvSpPr>
          <p:nvPr/>
        </p:nvSpPr>
        <p:spPr bwMode="auto">
          <a:xfrm>
            <a:off x="4532435" y="5576889"/>
            <a:ext cx="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en-US"/>
          </a:p>
        </p:txBody>
      </p:sp>
      <p:sp>
        <p:nvSpPr>
          <p:cNvPr id="75803" name="Rectangle 29"/>
          <p:cNvSpPr>
            <a:spLocks/>
          </p:cNvSpPr>
          <p:nvPr/>
        </p:nvSpPr>
        <p:spPr bwMode="auto">
          <a:xfrm>
            <a:off x="4532436" y="5711825"/>
            <a:ext cx="32734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39686" bIns="0">
            <a:spAutoFit/>
          </a:bodyPr>
          <a:lstStyle/>
          <a:p>
            <a:pPr marL="38100"/>
            <a:r>
              <a:rPr lang="en-US">
                <a:solidFill>
                  <a:schemeClr val="tx1"/>
                </a:solidFill>
                <a:latin typeface="Helvetica" charset="0"/>
                <a:ea typeface="ＭＳ Ｐゴシック" charset="0"/>
                <a:sym typeface="Helvetica" charset="0"/>
              </a:rPr>
              <a:t>o sintoma pode ser intermitente</a:t>
            </a:r>
          </a:p>
        </p:txBody>
      </p:sp>
      <p:grpSp>
        <p:nvGrpSpPr>
          <p:cNvPr id="75804" name="Group 30"/>
          <p:cNvGrpSpPr>
            <a:grpSpLocks/>
          </p:cNvGrpSpPr>
          <p:nvPr/>
        </p:nvGrpSpPr>
        <p:grpSpPr bwMode="auto">
          <a:xfrm>
            <a:off x="4286250" y="1838325"/>
            <a:ext cx="152400" cy="185738"/>
            <a:chOff x="0" y="0"/>
            <a:chExt cx="103" cy="117"/>
          </a:xfrm>
        </p:grpSpPr>
        <p:sp>
          <p:nvSpPr>
            <p:cNvPr id="75834" name="Rectangle 31"/>
            <p:cNvSpPr>
              <a:spLocks/>
            </p:cNvSpPr>
            <p:nvPr/>
          </p:nvSpPr>
          <p:spPr bwMode="auto">
            <a:xfrm>
              <a:off x="17" y="18"/>
              <a:ext cx="86" cy="9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5835" name="Rectangle 32"/>
            <p:cNvSpPr>
              <a:spLocks/>
            </p:cNvSpPr>
            <p:nvPr/>
          </p:nvSpPr>
          <p:spPr bwMode="auto">
            <a:xfrm>
              <a:off x="0" y="0"/>
              <a:ext cx="86" cy="9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75805" name="Group 33"/>
          <p:cNvGrpSpPr>
            <a:grpSpLocks/>
          </p:cNvGrpSpPr>
          <p:nvPr/>
        </p:nvGrpSpPr>
        <p:grpSpPr bwMode="auto">
          <a:xfrm>
            <a:off x="4286250" y="2595564"/>
            <a:ext cx="152400" cy="200025"/>
            <a:chOff x="0" y="0"/>
            <a:chExt cx="103" cy="126"/>
          </a:xfrm>
        </p:grpSpPr>
        <p:sp>
          <p:nvSpPr>
            <p:cNvPr id="75832" name="Rectangle 34"/>
            <p:cNvSpPr>
              <a:spLocks/>
            </p:cNvSpPr>
            <p:nvPr/>
          </p:nvSpPr>
          <p:spPr bwMode="auto">
            <a:xfrm>
              <a:off x="17" y="27"/>
              <a:ext cx="86" cy="9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5833" name="Rectangle 35"/>
            <p:cNvSpPr>
              <a:spLocks/>
            </p:cNvSpPr>
            <p:nvPr/>
          </p:nvSpPr>
          <p:spPr bwMode="auto">
            <a:xfrm>
              <a:off x="0" y="0"/>
              <a:ext cx="86" cy="9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75806" name="Group 36"/>
          <p:cNvGrpSpPr>
            <a:grpSpLocks/>
          </p:cNvGrpSpPr>
          <p:nvPr/>
        </p:nvGrpSpPr>
        <p:grpSpPr bwMode="auto">
          <a:xfrm>
            <a:off x="4286250" y="3367089"/>
            <a:ext cx="152400" cy="185737"/>
            <a:chOff x="0" y="0"/>
            <a:chExt cx="103" cy="117"/>
          </a:xfrm>
        </p:grpSpPr>
        <p:sp>
          <p:nvSpPr>
            <p:cNvPr id="75830" name="Rectangle 37"/>
            <p:cNvSpPr>
              <a:spLocks/>
            </p:cNvSpPr>
            <p:nvPr/>
          </p:nvSpPr>
          <p:spPr bwMode="auto">
            <a:xfrm>
              <a:off x="17" y="18"/>
              <a:ext cx="86" cy="9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5831" name="Rectangle 38"/>
            <p:cNvSpPr>
              <a:spLocks/>
            </p:cNvSpPr>
            <p:nvPr/>
          </p:nvSpPr>
          <p:spPr bwMode="auto">
            <a:xfrm>
              <a:off x="0" y="0"/>
              <a:ext cx="86" cy="9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75807" name="Group 39"/>
          <p:cNvGrpSpPr>
            <a:grpSpLocks/>
          </p:cNvGrpSpPr>
          <p:nvPr/>
        </p:nvGrpSpPr>
        <p:grpSpPr bwMode="auto">
          <a:xfrm>
            <a:off x="4286250" y="4152900"/>
            <a:ext cx="152400" cy="185738"/>
            <a:chOff x="0" y="0"/>
            <a:chExt cx="103" cy="117"/>
          </a:xfrm>
        </p:grpSpPr>
        <p:sp>
          <p:nvSpPr>
            <p:cNvPr id="75828" name="Rectangle 40"/>
            <p:cNvSpPr>
              <a:spLocks/>
            </p:cNvSpPr>
            <p:nvPr/>
          </p:nvSpPr>
          <p:spPr bwMode="auto">
            <a:xfrm>
              <a:off x="17" y="18"/>
              <a:ext cx="86" cy="9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5829" name="Rectangle 41"/>
            <p:cNvSpPr>
              <a:spLocks/>
            </p:cNvSpPr>
            <p:nvPr/>
          </p:nvSpPr>
          <p:spPr bwMode="auto">
            <a:xfrm>
              <a:off x="0" y="0"/>
              <a:ext cx="86" cy="9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75808" name="Group 42"/>
          <p:cNvGrpSpPr>
            <a:grpSpLocks/>
          </p:cNvGrpSpPr>
          <p:nvPr/>
        </p:nvGrpSpPr>
        <p:grpSpPr bwMode="auto">
          <a:xfrm>
            <a:off x="4286250" y="4910139"/>
            <a:ext cx="152400" cy="185737"/>
            <a:chOff x="0" y="0"/>
            <a:chExt cx="103" cy="117"/>
          </a:xfrm>
        </p:grpSpPr>
        <p:sp>
          <p:nvSpPr>
            <p:cNvPr id="75826" name="Rectangle 43"/>
            <p:cNvSpPr>
              <a:spLocks/>
            </p:cNvSpPr>
            <p:nvPr/>
          </p:nvSpPr>
          <p:spPr bwMode="auto">
            <a:xfrm>
              <a:off x="17" y="18"/>
              <a:ext cx="86" cy="9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5827" name="Rectangle 44"/>
            <p:cNvSpPr>
              <a:spLocks/>
            </p:cNvSpPr>
            <p:nvPr/>
          </p:nvSpPr>
          <p:spPr bwMode="auto">
            <a:xfrm>
              <a:off x="0" y="0"/>
              <a:ext cx="86" cy="9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75809" name="Group 45"/>
          <p:cNvGrpSpPr>
            <a:grpSpLocks/>
          </p:cNvGrpSpPr>
          <p:nvPr/>
        </p:nvGrpSpPr>
        <p:grpSpPr bwMode="auto">
          <a:xfrm>
            <a:off x="4286250" y="5824539"/>
            <a:ext cx="152400" cy="200025"/>
            <a:chOff x="0" y="0"/>
            <a:chExt cx="103" cy="126"/>
          </a:xfrm>
        </p:grpSpPr>
        <p:sp>
          <p:nvSpPr>
            <p:cNvPr id="75824" name="Rectangle 46"/>
            <p:cNvSpPr>
              <a:spLocks/>
            </p:cNvSpPr>
            <p:nvPr/>
          </p:nvSpPr>
          <p:spPr bwMode="auto">
            <a:xfrm>
              <a:off x="17" y="27"/>
              <a:ext cx="86" cy="9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5825" name="Rectangle 47"/>
            <p:cNvSpPr>
              <a:spLocks/>
            </p:cNvSpPr>
            <p:nvPr/>
          </p:nvSpPr>
          <p:spPr bwMode="auto">
            <a:xfrm>
              <a:off x="0" y="0"/>
              <a:ext cx="86" cy="9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75810" name="Line 48"/>
          <p:cNvSpPr>
            <a:spLocks noChangeShapeType="1"/>
          </p:cNvSpPr>
          <p:nvPr/>
        </p:nvSpPr>
        <p:spPr bwMode="auto">
          <a:xfrm flipH="1">
            <a:off x="2184889" y="2332038"/>
            <a:ext cx="507023" cy="3286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811" name="Line 49"/>
          <p:cNvSpPr>
            <a:spLocks noChangeShapeType="1"/>
          </p:cNvSpPr>
          <p:nvPr/>
        </p:nvSpPr>
        <p:spPr bwMode="auto">
          <a:xfrm>
            <a:off x="2691912" y="2317750"/>
            <a:ext cx="1465" cy="342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812" name="Line 50"/>
          <p:cNvSpPr>
            <a:spLocks noChangeShapeType="1"/>
          </p:cNvSpPr>
          <p:nvPr/>
        </p:nvSpPr>
        <p:spPr bwMode="auto">
          <a:xfrm>
            <a:off x="2691912" y="2346326"/>
            <a:ext cx="483577" cy="3286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813" name="Line 51"/>
          <p:cNvSpPr>
            <a:spLocks noChangeShapeType="1"/>
          </p:cNvSpPr>
          <p:nvPr/>
        </p:nvSpPr>
        <p:spPr bwMode="auto">
          <a:xfrm flipH="1">
            <a:off x="1689589" y="3060700"/>
            <a:ext cx="457200" cy="471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814" name="Line 52"/>
          <p:cNvSpPr>
            <a:spLocks noChangeShapeType="1"/>
          </p:cNvSpPr>
          <p:nvPr/>
        </p:nvSpPr>
        <p:spPr bwMode="auto">
          <a:xfrm>
            <a:off x="2171700" y="3060700"/>
            <a:ext cx="24912" cy="471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815" name="Line 53"/>
          <p:cNvSpPr>
            <a:spLocks noChangeShapeType="1"/>
          </p:cNvSpPr>
          <p:nvPr/>
        </p:nvSpPr>
        <p:spPr bwMode="auto">
          <a:xfrm flipH="1">
            <a:off x="2653812" y="3060701"/>
            <a:ext cx="26377" cy="442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816" name="Line 54"/>
          <p:cNvSpPr>
            <a:spLocks noChangeShapeType="1"/>
          </p:cNvSpPr>
          <p:nvPr/>
        </p:nvSpPr>
        <p:spPr bwMode="auto">
          <a:xfrm>
            <a:off x="2680189" y="3060700"/>
            <a:ext cx="507023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817" name="Line 55"/>
          <p:cNvSpPr>
            <a:spLocks noChangeShapeType="1"/>
          </p:cNvSpPr>
          <p:nvPr/>
        </p:nvSpPr>
        <p:spPr bwMode="auto">
          <a:xfrm>
            <a:off x="3225312" y="3074989"/>
            <a:ext cx="407377" cy="4143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818" name="Line 56"/>
          <p:cNvSpPr>
            <a:spLocks noChangeShapeType="1"/>
          </p:cNvSpPr>
          <p:nvPr/>
        </p:nvSpPr>
        <p:spPr bwMode="auto">
          <a:xfrm flipH="1">
            <a:off x="2158512" y="3917951"/>
            <a:ext cx="26377" cy="442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819" name="Line 57"/>
          <p:cNvSpPr>
            <a:spLocks noChangeShapeType="1"/>
          </p:cNvSpPr>
          <p:nvPr/>
        </p:nvSpPr>
        <p:spPr bwMode="auto">
          <a:xfrm>
            <a:off x="2642089" y="3903663"/>
            <a:ext cx="1465" cy="442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820" name="Line 58"/>
          <p:cNvSpPr>
            <a:spLocks noChangeShapeType="1"/>
          </p:cNvSpPr>
          <p:nvPr/>
        </p:nvSpPr>
        <p:spPr bwMode="auto">
          <a:xfrm>
            <a:off x="2653812" y="3903664"/>
            <a:ext cx="521677" cy="471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821" name="Freeform 59"/>
          <p:cNvSpPr>
            <a:spLocks/>
          </p:cNvSpPr>
          <p:nvPr/>
        </p:nvSpPr>
        <p:spPr bwMode="auto">
          <a:xfrm>
            <a:off x="1677866" y="3789363"/>
            <a:ext cx="441080" cy="1073150"/>
          </a:xfrm>
          <a:custGeom>
            <a:avLst/>
            <a:gdLst>
              <a:gd name="T0" fmla="*/ 0 w 21600"/>
              <a:gd name="T1" fmla="*/ 1073150 h 21600"/>
              <a:gd name="T2" fmla="*/ 477837 w 21600"/>
              <a:gd name="T3" fmla="*/ 0 h 216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cubicBezTo>
                  <a:pt x="0" y="9700"/>
                  <a:pt x="9658" y="42"/>
                  <a:pt x="21600" y="0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822" name="Freeform 60"/>
          <p:cNvSpPr>
            <a:spLocks/>
          </p:cNvSpPr>
          <p:nvPr/>
        </p:nvSpPr>
        <p:spPr bwMode="auto">
          <a:xfrm>
            <a:off x="3223846" y="4619626"/>
            <a:ext cx="381000" cy="614363"/>
          </a:xfrm>
          <a:custGeom>
            <a:avLst/>
            <a:gdLst>
              <a:gd name="T0" fmla="*/ 0 w 21600"/>
              <a:gd name="T1" fmla="*/ 0 h 21600"/>
              <a:gd name="T2" fmla="*/ 412750 w 21600"/>
              <a:gd name="T3" fmla="*/ 614363 h 2160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1600" h="2160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3901" name="Rectangle 61"/>
          <p:cNvSpPr>
            <a:spLocks noGrp="1" noChangeArrowheads="1"/>
          </p:cNvSpPr>
          <p:nvPr>
            <p:ph type="title"/>
          </p:nvPr>
        </p:nvSpPr>
        <p:spPr>
          <a:xfrm>
            <a:off x="1043490" y="833613"/>
            <a:ext cx="7024744" cy="680486"/>
          </a:xfrm>
        </p:spPr>
        <p:txBody>
          <a:bodyPr rIns="132080">
            <a:normAutofit fontScale="90000"/>
          </a:bodyPr>
          <a:lstStyle/>
          <a:p>
            <a:pPr indent="0" eaLnBrk="1" hangingPunct="1">
              <a:defRPr/>
            </a:pPr>
            <a:r>
              <a:rPr lang="en-US" dirty="0" err="1"/>
              <a:t>Causas</a:t>
            </a:r>
            <a:r>
              <a:rPr lang="en-US" dirty="0"/>
              <a:t> e </a:t>
            </a:r>
            <a:r>
              <a:rPr lang="en-US" dirty="0" err="1"/>
              <a:t>sintomas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99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1"/>
          <p:cNvSpPr>
            <a:spLocks noGrp="1" noChangeArrowheads="1"/>
          </p:cNvSpPr>
          <p:nvPr>
            <p:ph type="title"/>
          </p:nvPr>
        </p:nvSpPr>
        <p:spPr>
          <a:xfrm>
            <a:off x="622853" y="1038621"/>
            <a:ext cx="7977808" cy="599698"/>
          </a:xfrm>
        </p:spPr>
        <p:txBody>
          <a:bodyPr rIns="132080">
            <a:normAutofit fontScale="90000"/>
          </a:bodyPr>
          <a:lstStyle/>
          <a:p>
            <a:pPr indent="0" eaLnBrk="1" hangingPunct="1">
              <a:defRPr/>
            </a:pPr>
            <a:r>
              <a:rPr lang="en-US" b="1" dirty="0" smtClean="0">
                <a:solidFill>
                  <a:srgbClr val="FF0000"/>
                </a:solidFill>
              </a:rPr>
              <a:t>No final de </a:t>
            </a:r>
            <a:r>
              <a:rPr lang="en-US" b="1" dirty="0" err="1" smtClean="0">
                <a:solidFill>
                  <a:srgbClr val="FF0000"/>
                </a:solidFill>
              </a:rPr>
              <a:t>tudo</a:t>
            </a:r>
            <a:r>
              <a:rPr lang="en-US" b="1" dirty="0" smtClean="0">
                <a:solidFill>
                  <a:srgbClr val="FF0000"/>
                </a:solidFill>
              </a:rPr>
              <a:t> o </a:t>
            </a:r>
            <a:r>
              <a:rPr lang="en-US" b="1" dirty="0" err="1" smtClean="0">
                <a:solidFill>
                  <a:srgbClr val="FF0000"/>
                </a:solidFill>
              </a:rPr>
              <a:t>importante</a:t>
            </a:r>
            <a:r>
              <a:rPr lang="en-US" b="1" dirty="0" smtClean="0">
                <a:solidFill>
                  <a:srgbClr val="FF0000"/>
                </a:solidFill>
              </a:rPr>
              <a:t> é…..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32" y="2085972"/>
            <a:ext cx="8203095" cy="3255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061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7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939459"/>
            <a:ext cx="7024744" cy="683528"/>
          </a:xfrm>
        </p:spPr>
        <p:txBody>
          <a:bodyPr rIns="132080">
            <a:normAutofit fontScale="90000"/>
          </a:bodyPr>
          <a:lstStyle/>
          <a:p>
            <a:pPr indent="0" eaLnBrk="1" hangingPunct="1">
              <a:defRPr/>
            </a:pPr>
            <a:r>
              <a:rPr lang="en-US"/>
              <a:t>Bibliografia</a:t>
            </a:r>
          </a:p>
        </p:txBody>
      </p:sp>
      <p:sp>
        <p:nvSpPr>
          <p:cNvPr id="17203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83223" y="1989138"/>
            <a:ext cx="8001000" cy="3708956"/>
          </a:xfrm>
        </p:spPr>
        <p:txBody>
          <a:bodyPr rIns="132080">
            <a:normAutofit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/>
              <a:t>BURNSTEIN, Ilene. </a:t>
            </a:r>
            <a:r>
              <a:rPr lang="en-US" i="1"/>
              <a:t>Practical software testing, a process-oriented approach. </a:t>
            </a:r>
            <a:r>
              <a:rPr lang="en-US"/>
              <a:t>Springer, 2003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/>
          </a:p>
          <a:p>
            <a:pPr eaLnBrk="1" hangingPunct="1">
              <a:lnSpc>
                <a:spcPct val="80000"/>
              </a:lnSpc>
              <a:defRPr/>
            </a:pPr>
            <a:r>
              <a:rPr lang="en-US"/>
              <a:t>MYERS, Glenford. </a:t>
            </a:r>
            <a:r>
              <a:rPr lang="en-US" i="1"/>
              <a:t>The art of software testing</a:t>
            </a:r>
            <a:r>
              <a:rPr lang="en-US"/>
              <a:t>, John Willwey &amp; Sons, 1979</a:t>
            </a:r>
          </a:p>
          <a:p>
            <a:pPr marL="947738" lvl="1" eaLnBrk="1" hangingPunct="1">
              <a:lnSpc>
                <a:spcPct val="80000"/>
              </a:lnSpc>
              <a:defRPr/>
            </a:pPr>
            <a:r>
              <a:rPr lang="en-US"/>
              <a:t>capítulos 1 e 2</a:t>
            </a:r>
          </a:p>
          <a:p>
            <a:pPr marL="947738" lvl="1" eaLnBrk="1" hangingPunct="1">
              <a:lnSpc>
                <a:spcPct val="80000"/>
              </a:lnSpc>
              <a:defRPr/>
            </a:pPr>
            <a:endParaRPr lang="en-US"/>
          </a:p>
          <a:p>
            <a:pPr eaLnBrk="1" hangingPunct="1">
              <a:lnSpc>
                <a:spcPct val="80000"/>
              </a:lnSpc>
              <a:defRPr/>
            </a:pPr>
            <a:r>
              <a:rPr lang="en-US"/>
              <a:t>PAULA FILHO, Wilson de Pádua. Engenharia de Software: fundamentos, métodos e padrões. 3a ed. Rio de Janeiro: LTC - Livros Técnicos Científicos. 2008. e-book</a:t>
            </a:r>
          </a:p>
          <a:p>
            <a:pPr marL="947738" lvl="1" eaLnBrk="1" hangingPunct="1">
              <a:lnSpc>
                <a:spcPct val="80000"/>
              </a:lnSpc>
              <a:defRPr/>
            </a:pPr>
            <a:r>
              <a:rPr lang="en-US"/>
              <a:t>Capítulo 9</a:t>
            </a:r>
            <a:r>
              <a:rPr lang="en-US" sz="2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8953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1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490" y="1027664"/>
            <a:ext cx="7024744" cy="507117"/>
          </a:xfrm>
        </p:spPr>
        <p:txBody>
          <a:bodyPr rIns="132080">
            <a:normAutofit fontScale="90000"/>
          </a:bodyPr>
          <a:lstStyle/>
          <a:p>
            <a:pPr indent="0" eaLnBrk="1" hangingPunct="1">
              <a:defRPr/>
            </a:pPr>
            <a:r>
              <a:rPr lang="en-US"/>
              <a:t>Bibliografia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65638" y="1811338"/>
            <a:ext cx="8001000" cy="5046662"/>
          </a:xfrm>
        </p:spPr>
        <p:txBody>
          <a:bodyPr vert="horz" lIns="91440" tIns="45720" rIns="132080" bIns="45720" rtlCol="0" anchor="t"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dirty="0"/>
              <a:t>PFLEEGER, Shari Lawrence. </a:t>
            </a:r>
            <a:r>
              <a:rPr lang="en-US" dirty="0" err="1"/>
              <a:t>Engenharia</a:t>
            </a:r>
            <a:r>
              <a:rPr lang="en-US" dirty="0"/>
              <a:t> de Software: Teoria e </a:t>
            </a:r>
            <a:r>
              <a:rPr lang="en-US" dirty="0" err="1"/>
              <a:t>Prática</a:t>
            </a:r>
            <a:r>
              <a:rPr lang="en-US" dirty="0"/>
              <a:t>. 2a ed. São Paulo: Prentice Hall. 2004. </a:t>
            </a:r>
          </a:p>
          <a:p>
            <a:pPr marL="947420" lvl="1" eaLnBrk="1" hangingPunct="1">
              <a:lnSpc>
                <a:spcPct val="80000"/>
              </a:lnSpc>
              <a:defRPr/>
            </a:pPr>
            <a:r>
              <a:rPr lang="en-US" sz="2600" dirty="0" err="1"/>
              <a:t>capítulo</a:t>
            </a:r>
            <a:r>
              <a:rPr lang="en-US" sz="2600" dirty="0"/>
              <a:t> 8 e 9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/>
              <a:t>PRESSMAN, Roger S. </a:t>
            </a:r>
            <a:r>
              <a:rPr lang="en-US" dirty="0" err="1"/>
              <a:t>Engenharia</a:t>
            </a:r>
            <a:r>
              <a:rPr lang="en-US" dirty="0"/>
              <a:t> de Software. 8a ed. Rio de Janeiro: McGraw Hill. 2015.</a:t>
            </a:r>
          </a:p>
          <a:p>
            <a:pPr marL="947420" lvl="1" eaLnBrk="1" hangingPunct="1">
              <a:lnSpc>
                <a:spcPct val="80000"/>
              </a:lnSpc>
              <a:defRPr/>
            </a:pPr>
            <a:r>
              <a:rPr lang="en-US" sz="2400" dirty="0" err="1"/>
              <a:t>capítulo</a:t>
            </a:r>
            <a:r>
              <a:rPr lang="en-US" sz="2400" dirty="0"/>
              <a:t> 20-16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/>
              <a:t>SOMMERVILLE, Ian. </a:t>
            </a:r>
            <a:r>
              <a:rPr lang="en-US" i="1" dirty="0"/>
              <a:t>Software engineering</a:t>
            </a:r>
            <a:r>
              <a:rPr lang="en-US" dirty="0"/>
              <a:t>. 9th ed. Harlow: Addison-Wesley, 2011.</a:t>
            </a:r>
          </a:p>
          <a:p>
            <a:pPr marL="947420" lvl="1" eaLnBrk="1" hangingPunct="1">
              <a:lnSpc>
                <a:spcPct val="80000"/>
              </a:lnSpc>
              <a:defRPr/>
            </a:pPr>
            <a:r>
              <a:rPr lang="en-US" sz="2400" dirty="0" err="1"/>
              <a:t>capítulo</a:t>
            </a:r>
            <a:r>
              <a:rPr lang="en-US" sz="2400" dirty="0"/>
              <a:t> 8</a:t>
            </a:r>
          </a:p>
        </p:txBody>
      </p:sp>
    </p:spTree>
    <p:extLst>
      <p:ext uri="{BB962C8B-B14F-4D97-AF65-F5344CB8AC3E}">
        <p14:creationId xmlns:p14="http://schemas.microsoft.com/office/powerpoint/2010/main" val="103139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29525</TotalTime>
  <Words>2181</Words>
  <Application>Microsoft Office PowerPoint</Application>
  <PresentationFormat>Apresentação na tela (4:3)</PresentationFormat>
  <Paragraphs>322</Paragraphs>
  <Slides>41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41</vt:i4>
      </vt:variant>
    </vt:vector>
  </HeadingPairs>
  <TitlesOfParts>
    <vt:vector size="43" baseType="lpstr">
      <vt:lpstr>Austin</vt:lpstr>
      <vt:lpstr>Office Theme</vt:lpstr>
      <vt:lpstr>Testes de Software</vt:lpstr>
      <vt:lpstr>Sumário</vt:lpstr>
      <vt:lpstr>O que é o processo de teste?</vt:lpstr>
      <vt:lpstr>Verificação e validação</vt:lpstr>
      <vt:lpstr>O que é teste?</vt:lpstr>
      <vt:lpstr>O processo de verificação e validação  (V e V)</vt:lpstr>
      <vt:lpstr>Verificação estática e dinâmica</vt:lpstr>
      <vt:lpstr>Verificação estática e dinâmica</vt:lpstr>
      <vt:lpstr>Inspeções e testes</vt:lpstr>
      <vt:lpstr>Inspeções de programa</vt:lpstr>
      <vt:lpstr>Testes de programas</vt:lpstr>
      <vt:lpstr>Objetivos da verificação e validação</vt:lpstr>
      <vt:lpstr>Teste (Qual?) Depuração(Onde?)</vt:lpstr>
      <vt:lpstr>Testar</vt:lpstr>
      <vt:lpstr>O que os testes podem mostrar?</vt:lpstr>
      <vt:lpstr>Algumas definições</vt:lpstr>
      <vt:lpstr>Classificação dos testes conforme a visibilidade</vt:lpstr>
      <vt:lpstr>1ª) Teste caixa branca</vt:lpstr>
      <vt:lpstr>2ª) Teste caixa preta</vt:lpstr>
      <vt:lpstr>Teste caixa preta</vt:lpstr>
      <vt:lpstr>Desculpas usadas para não testar </vt:lpstr>
      <vt:lpstr>Desculpas usadas para não testar</vt:lpstr>
      <vt:lpstr>Desculpas usadas para não testar</vt:lpstr>
      <vt:lpstr>Desculpas usadas para não testar</vt:lpstr>
      <vt:lpstr>Quem testa o programa?</vt:lpstr>
      <vt:lpstr>Primeiro, as más notícias sobre testes…</vt:lpstr>
      <vt:lpstr>Teste exaustivo </vt:lpstr>
      <vt:lpstr>Por que o processo de testes é limitado?</vt:lpstr>
      <vt:lpstr>Depois, as boas notícias…</vt:lpstr>
      <vt:lpstr>Mais definições:</vt:lpstr>
      <vt:lpstr>Exercício: teste caixa preta</vt:lpstr>
      <vt:lpstr>Solução</vt:lpstr>
      <vt:lpstr>Solução</vt:lpstr>
      <vt:lpstr>Níveis de teste</vt:lpstr>
      <vt:lpstr>Depuração: um processo de diagnóstico</vt:lpstr>
      <vt:lpstr>O processo de depuração</vt:lpstr>
      <vt:lpstr>O esforço de depuração</vt:lpstr>
      <vt:lpstr>Causas e sintomas</vt:lpstr>
      <vt:lpstr>No final de tudo o importante é…..</vt:lpstr>
      <vt:lpstr>Bibliografia</vt:lpstr>
      <vt:lpstr>Bibliografia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Engenharia de Software</dc:title>
  <dc:creator>Anonymous Reviewer</dc:creator>
  <cp:lastModifiedBy>Hp</cp:lastModifiedBy>
  <cp:revision>256</cp:revision>
  <cp:lastPrinted>2016-06-02T16:17:04Z</cp:lastPrinted>
  <dcterms:created xsi:type="dcterms:W3CDTF">2016-02-04T13:02:28Z</dcterms:created>
  <dcterms:modified xsi:type="dcterms:W3CDTF">2021-10-30T02:12:22Z</dcterms:modified>
</cp:coreProperties>
</file>