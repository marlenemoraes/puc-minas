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40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91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07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50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93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03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12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47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707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80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021DA-1F33-4074-BBC7-D16CBEE01EE5}" type="datetimeFigureOut">
              <a:rPr lang="pt-BR" smtClean="0"/>
              <a:t>03/11/2021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15D23-6200-4361-AB56-6C4565056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00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Teste de Software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Profª</a:t>
            </a:r>
            <a:r>
              <a:rPr lang="pt-BR" dirty="0" smtClean="0"/>
              <a:t> Simone de Assis Alves da Silva</a:t>
            </a:r>
            <a:endParaRPr lang="pt-BR" dirty="0"/>
          </a:p>
        </p:txBody>
      </p:sp>
      <p:pic>
        <p:nvPicPr>
          <p:cNvPr id="4" name="Imagem 3" descr="vestibular-puc-minas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38006"/>
            <a:ext cx="1656184" cy="1422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05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Níveis de testes em Software </a:t>
            </a:r>
            <a:r>
              <a:rPr lang="pt-BR" dirty="0" smtClean="0"/>
              <a:t>comercial: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 smtClean="0"/>
              <a:t>1) Testes </a:t>
            </a:r>
            <a:r>
              <a:rPr lang="pt-BR" dirty="0"/>
              <a:t>em </a:t>
            </a:r>
            <a:r>
              <a:rPr lang="pt-BR" dirty="0" smtClean="0"/>
              <a:t>desenvolvimento:</a:t>
            </a:r>
          </a:p>
          <a:p>
            <a:pPr lvl="1"/>
            <a:r>
              <a:rPr lang="pt-BR" dirty="0"/>
              <a:t>o sistema é testado durante o desenvolvimento para descobrir bugs e defeitos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2) Testes </a:t>
            </a:r>
            <a:r>
              <a:rPr lang="pt-BR" dirty="0"/>
              <a:t>de </a:t>
            </a:r>
            <a:r>
              <a:rPr lang="pt-BR" dirty="0" smtClean="0"/>
              <a:t>release:</a:t>
            </a:r>
          </a:p>
          <a:p>
            <a:pPr lvl="1"/>
            <a:r>
              <a:rPr lang="pt-BR" dirty="0"/>
              <a:t>a</a:t>
            </a:r>
            <a:r>
              <a:rPr lang="pt-BR" dirty="0" smtClean="0"/>
              <a:t>ntecede a entrega para verificar se os requisitos atendem ao que foi definido pelos </a:t>
            </a:r>
            <a:r>
              <a:rPr lang="pt-BR" i="1" dirty="0" err="1" smtClean="0"/>
              <a:t>stakeholders</a:t>
            </a:r>
            <a:r>
              <a:rPr lang="pt-BR" dirty="0" smtClean="0"/>
              <a:t> do sistema.</a:t>
            </a:r>
          </a:p>
          <a:p>
            <a:pPr marL="0" indent="0">
              <a:buNone/>
            </a:pPr>
            <a:r>
              <a:rPr lang="pt-BR" dirty="0" smtClean="0"/>
              <a:t>3) Testes </a:t>
            </a:r>
            <a:r>
              <a:rPr lang="pt-BR" dirty="0"/>
              <a:t>de </a:t>
            </a:r>
            <a:r>
              <a:rPr lang="pt-BR" dirty="0" smtClean="0"/>
              <a:t>usuário (aceitação):</a:t>
            </a:r>
          </a:p>
          <a:p>
            <a:pPr lvl="1"/>
            <a:r>
              <a:rPr lang="pt-BR" dirty="0"/>
              <a:t>os usuários ou potenciais usuários de um sistema testam o sistema em seu próprio ambiente.</a:t>
            </a:r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r>
              <a:rPr lang="pt-BR" dirty="0" err="1" smtClean="0"/>
              <a:t>Obs</a:t>
            </a:r>
            <a:r>
              <a:rPr lang="pt-BR" dirty="0" smtClean="0"/>
              <a:t>: Manuais e automatizados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477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-1517"/>
            <a:ext cx="8229600" cy="1584176"/>
          </a:xfrm>
        </p:spPr>
        <p:txBody>
          <a:bodyPr>
            <a:normAutofit/>
          </a:bodyPr>
          <a:lstStyle/>
          <a:p>
            <a:r>
              <a:rPr lang="pt-BR" dirty="0" smtClean="0"/>
              <a:t>1) Testes em desenvolvimento: níveis de </a:t>
            </a:r>
            <a:r>
              <a:rPr lang="pt-BR" dirty="0" err="1" smtClean="0"/>
              <a:t>granulidade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BR" dirty="0" smtClean="0"/>
              <a:t>1.1) Teste </a:t>
            </a:r>
            <a:r>
              <a:rPr lang="pt-BR" dirty="0" smtClean="0"/>
              <a:t>de unidade ou unitário:</a:t>
            </a:r>
            <a:endParaRPr lang="pt-BR" dirty="0" smtClean="0"/>
          </a:p>
          <a:p>
            <a:pPr lvl="1" algn="just"/>
            <a:r>
              <a:rPr lang="pt-BR" dirty="0"/>
              <a:t>em que as unidades individuais de programa ou classes de objetos são testadas </a:t>
            </a:r>
            <a:r>
              <a:rPr lang="pt-BR" dirty="0" smtClean="0"/>
              <a:t>individualmente (métodos ou classe)</a:t>
            </a:r>
            <a:endParaRPr lang="pt-BR" dirty="0"/>
          </a:p>
          <a:p>
            <a:pPr marL="0" indent="0" algn="just">
              <a:buNone/>
            </a:pPr>
            <a:r>
              <a:rPr lang="pt-BR" dirty="0" smtClean="0"/>
              <a:t>1.2) Teste </a:t>
            </a:r>
            <a:r>
              <a:rPr lang="pt-BR" dirty="0"/>
              <a:t>de </a:t>
            </a:r>
            <a:r>
              <a:rPr lang="pt-BR" dirty="0" smtClean="0"/>
              <a:t>componentes (integração):</a:t>
            </a:r>
            <a:endParaRPr lang="pt-BR" dirty="0" smtClean="0"/>
          </a:p>
          <a:p>
            <a:pPr lvl="1" algn="just"/>
            <a:r>
              <a:rPr lang="pt-BR" dirty="0"/>
              <a:t>em que várias unidades individuais são integradas para criar componentes </a:t>
            </a:r>
            <a:r>
              <a:rPr lang="pt-BR" dirty="0" smtClean="0"/>
              <a:t>compostos</a:t>
            </a:r>
          </a:p>
          <a:p>
            <a:pPr marL="0" indent="0" algn="just">
              <a:buNone/>
            </a:pPr>
            <a:r>
              <a:rPr lang="pt-BR" dirty="0" smtClean="0"/>
              <a:t>1.3) Teste </a:t>
            </a:r>
            <a:r>
              <a:rPr lang="pt-BR" dirty="0"/>
              <a:t>de </a:t>
            </a:r>
            <a:r>
              <a:rPr lang="pt-BR" dirty="0" smtClean="0"/>
              <a:t>sistema:</a:t>
            </a:r>
          </a:p>
          <a:p>
            <a:pPr lvl="1" algn="just"/>
            <a:r>
              <a:rPr lang="pt-BR" dirty="0"/>
              <a:t>em que alguns ou todos os componentes de um sistema estão integrados e o sistema é </a:t>
            </a:r>
            <a:r>
              <a:rPr lang="pt-BR" dirty="0" err="1" smtClean="0"/>
              <a:t>testadocomo</a:t>
            </a:r>
            <a:r>
              <a:rPr lang="pt-BR" dirty="0" smtClean="0"/>
              <a:t> </a:t>
            </a:r>
            <a:r>
              <a:rPr lang="pt-BR" dirty="0"/>
              <a:t>um todo.</a:t>
            </a:r>
          </a:p>
        </p:txBody>
      </p:sp>
    </p:spTree>
    <p:extLst>
      <p:ext uri="{BB962C8B-B14F-4D97-AF65-F5344CB8AC3E}">
        <p14:creationId xmlns:p14="http://schemas.microsoft.com/office/powerpoint/2010/main" val="232920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unitário...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Testar todas as operações associadas ao objeto;</a:t>
            </a:r>
          </a:p>
          <a:p>
            <a:pPr algn="just"/>
            <a:r>
              <a:rPr lang="pt-BR" dirty="0" smtClean="0"/>
              <a:t>Definir </a:t>
            </a:r>
            <a:r>
              <a:rPr lang="pt-BR" dirty="0"/>
              <a:t>e verificar o valor de todos os atributos associados ao objeto</a:t>
            </a:r>
            <a:r>
              <a:rPr lang="pt-BR" dirty="0" smtClean="0"/>
              <a:t>; </a:t>
            </a:r>
            <a:r>
              <a:rPr lang="pt-BR" dirty="0" smtClean="0">
                <a:solidFill>
                  <a:srgbClr val="FF0000"/>
                </a:solidFill>
              </a:rPr>
              <a:t>(Classe de equivalência)</a:t>
            </a:r>
            <a:endParaRPr lang="pt-BR" dirty="0">
              <a:solidFill>
                <a:srgbClr val="FF0000"/>
              </a:solidFill>
            </a:endParaRPr>
          </a:p>
          <a:p>
            <a:pPr algn="just"/>
            <a:r>
              <a:rPr lang="pt-BR" dirty="0" smtClean="0"/>
              <a:t>Colocar </a:t>
            </a:r>
            <a:r>
              <a:rPr lang="pt-BR" dirty="0"/>
              <a:t>o objeto em todos os estados possíveis, o que significa simular todos os eventos que causam </a:t>
            </a:r>
            <a:r>
              <a:rPr lang="pt-BR" dirty="0" smtClean="0"/>
              <a:t>mudanças de </a:t>
            </a:r>
            <a:r>
              <a:rPr lang="pt-BR" dirty="0"/>
              <a:t>estado.</a:t>
            </a:r>
          </a:p>
        </p:txBody>
      </p:sp>
    </p:spTree>
    <p:extLst>
      <p:ext uri="{BB962C8B-B14F-4D97-AF65-F5344CB8AC3E}">
        <p14:creationId xmlns:p14="http://schemas.microsoft.com/office/powerpoint/2010/main" val="349121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</a:t>
            </a:r>
            <a:r>
              <a:rPr lang="pt-BR" dirty="0" smtClean="0"/>
              <a:t>sobre teste unitário...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3773016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Verificar no </a:t>
            </a:r>
            <a:r>
              <a:rPr lang="pt-BR" dirty="0" smtClean="0"/>
              <a:t>cap. </a:t>
            </a:r>
            <a:r>
              <a:rPr lang="pt-BR" dirty="0" smtClean="0"/>
              <a:t>8 (</a:t>
            </a:r>
            <a:r>
              <a:rPr lang="pt-BR" dirty="0" err="1" smtClean="0"/>
              <a:t>Sommerville</a:t>
            </a:r>
            <a:r>
              <a:rPr lang="pt-BR" dirty="0" smtClean="0"/>
              <a:t>):</a:t>
            </a:r>
          </a:p>
          <a:p>
            <a:pPr lvl="1" algn="just"/>
            <a:r>
              <a:rPr lang="pt-BR" sz="3200" dirty="0" smtClean="0"/>
              <a:t> O </a:t>
            </a:r>
            <a:r>
              <a:rPr lang="pt-BR" sz="3200" dirty="0" smtClean="0"/>
              <a:t>que é classe de </a:t>
            </a:r>
            <a:r>
              <a:rPr lang="pt-BR" sz="3200" dirty="0" smtClean="0"/>
              <a:t>equivalência;</a:t>
            </a:r>
            <a:endParaRPr lang="pt-BR" sz="3200" dirty="0" smtClean="0"/>
          </a:p>
          <a:p>
            <a:pPr lvl="1" algn="just"/>
            <a:r>
              <a:rPr lang="pt-BR" sz="3200" dirty="0" smtClean="0"/>
              <a:t> Criar </a:t>
            </a:r>
            <a:r>
              <a:rPr lang="pt-BR" sz="3200" dirty="0" smtClean="0"/>
              <a:t>um problema simples a ser resolvido por meio de um algoritmo e definir os possíveis casos de </a:t>
            </a:r>
            <a:r>
              <a:rPr lang="pt-BR" sz="3200" dirty="0" smtClean="0"/>
              <a:t>equivalência para essa solução.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23593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265</Words>
  <Application>Microsoft Office PowerPoint</Application>
  <PresentationFormat>Apresentação na tela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Teste de Software</vt:lpstr>
      <vt:lpstr>Níveis de testes em Software comercial:</vt:lpstr>
      <vt:lpstr>1) Testes em desenvolvimento: níveis de granulidade</vt:lpstr>
      <vt:lpstr>Teste unitário...</vt:lpstr>
      <vt:lpstr>Atividade sobre teste unitário...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de Software</dc:title>
  <dc:creator>Hp</dc:creator>
  <cp:lastModifiedBy>Hp</cp:lastModifiedBy>
  <cp:revision>6</cp:revision>
  <dcterms:created xsi:type="dcterms:W3CDTF">2021-11-03T12:55:52Z</dcterms:created>
  <dcterms:modified xsi:type="dcterms:W3CDTF">2021-11-03T14:59:14Z</dcterms:modified>
</cp:coreProperties>
</file>