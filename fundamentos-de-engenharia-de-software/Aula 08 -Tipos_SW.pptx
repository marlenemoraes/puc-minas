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7" r:id="rId3"/>
    <p:sldId id="379" r:id="rId4"/>
    <p:sldId id="362" r:id="rId5"/>
    <p:sldId id="364" r:id="rId6"/>
    <p:sldId id="380" r:id="rId7"/>
    <p:sldId id="381" r:id="rId8"/>
    <p:sldId id="383" r:id="rId9"/>
    <p:sldId id="376" r:id="rId10"/>
    <p:sldId id="384" r:id="rId11"/>
    <p:sldId id="387" r:id="rId12"/>
    <p:sldId id="385" r:id="rId13"/>
    <p:sldId id="388" r:id="rId14"/>
    <p:sldId id="389" r:id="rId15"/>
    <p:sldId id="390" r:id="rId16"/>
    <p:sldId id="391" r:id="rId17"/>
    <p:sldId id="393" r:id="rId18"/>
    <p:sldId id="392" r:id="rId19"/>
    <p:sldId id="39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866E4-1765-2F4A-A89A-80163E91F79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6759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3656E-706C-AB47-A545-30B3AC9444BA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044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3656E-706C-AB47-A545-30B3AC9444BA}" type="slidenum">
              <a:rPr lang="uk-UA"/>
              <a:t>1</a:t>
            </a:fld>
            <a:endParaRPr lang="uk-UA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061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3656E-706C-AB47-A545-30B3AC9444BA}" type="slidenum">
              <a:rPr lang="uk-UA"/>
              <a:t>2</a:t>
            </a:fld>
            <a:endParaRPr lang="uk-UA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95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3656E-706C-AB47-A545-30B3AC9444BA}" type="slidenum">
              <a:rPr lang="uk-UA"/>
              <a:t>3</a:t>
            </a:fld>
            <a:endParaRPr lang="uk-UA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95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3656E-706C-AB47-A545-30B3AC9444BA}" type="slidenum">
              <a:rPr lang="uk-UA"/>
              <a:t>4</a:t>
            </a:fld>
            <a:endParaRPr lang="uk-UA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95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Execução é bem rápida porém o software é estático. Não posso alterar a execução do mesmo durante a execução.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3656E-706C-AB47-A545-30B3AC9444BA}" type="slidenum">
              <a:rPr lang="uk-UA"/>
              <a:t>10</a:t>
            </a:fld>
            <a:endParaRPr lang="uk-UA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48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3370502" y="-21511"/>
            <a:ext cx="486985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489805" y="-21511"/>
            <a:ext cx="4664491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1" y="2708476"/>
            <a:ext cx="4160520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6201" y="4421080"/>
            <a:ext cx="4156967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AAA725EB-3638-D341-BEE6-7F5E98BA95A3}" type="datetime4">
              <a:t>12 de outubro de 2021</a:t>
            </a:fld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3489805" y="6088284"/>
            <a:ext cx="4666284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4C03B-6681-D449-8667-BD0868BDE67F}" type="datetime4">
              <a:t>12 de outubro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A92A-4E14-A743-AB5A-F15E1E35B838}" type="datetime4">
              <a:t>12 de outubro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3F81-BC84-0841-9E4B-E7743DD50006}" type="datetime4">
              <a:t>12 de outubro de 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7A01C-D203-CF43-8179-1C4A4CF64704}" type="datetime4">
              <a:t>12 de outubro de 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EF05D-AC2E-F144-9FEC-A0D873F8CF0D}" type="datetime4">
              <a:t>12 de outubro de 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7BD4D-6A23-2249-B71A-F4CC72AB91D2}" type="datetime4">
              <a:t>12 de outubro de 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DC77F-0EB5-DB4A-96AF-8F28CEAEF0E7}" type="datetime4">
              <a:t>12 de outubro de 2021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E89B-7B0C-DC42-A91B-AB76597DB138}" type="datetime4">
              <a:t>12 de outubro de 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8022A-63C9-5244-B340-4735ADA5A05C}" type="datetime4">
              <a:t>12 de outubro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553F-3538-A645-A51A-8EEC9CC0B31A}" type="datetime4">
              <a:t>12 de outubro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AC6B1647-9ACE-1B4D-8864-97BF4A9E006F}" type="datetime4">
              <a:t>12 de outubro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6659" y="2888684"/>
            <a:ext cx="4356509" cy="624280"/>
          </a:xfrm>
        </p:spPr>
        <p:txBody>
          <a:bodyPr>
            <a:noAutofit/>
          </a:bodyPr>
          <a:lstStyle/>
          <a:p>
            <a:pPr algn="ctr"/>
            <a:r>
              <a:rPr lang="en-US" dirty="0" err="1"/>
              <a:t>Tipos</a:t>
            </a:r>
            <a:r>
              <a:rPr lang="en-US" dirty="0"/>
              <a:t> de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81392"/>
            <a:ext cx="3309803" cy="62428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Maria Augusta Vieira Nelson e</a:t>
            </a:r>
          </a:p>
          <a:p>
            <a:r>
              <a:rPr lang="en-US" dirty="0"/>
              <a:t>Simone de Assis Alves da Silva</a:t>
            </a:r>
          </a:p>
        </p:txBody>
      </p:sp>
    </p:spTree>
    <p:extLst>
      <p:ext uri="{BB962C8B-B14F-4D97-AF65-F5344CB8AC3E}">
        <p14:creationId xmlns:p14="http://schemas.microsoft.com/office/powerpoint/2010/main" val="163286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51622"/>
            <a:ext cx="7024744" cy="1143000"/>
          </a:xfrm>
        </p:spPr>
        <p:txBody>
          <a:bodyPr>
            <a:normAutofit/>
          </a:bodyPr>
          <a:lstStyle/>
          <a:p>
            <a:r>
              <a:rPr lang="en-US" sz="3600"/>
              <a:t>Software está em todo lugar</a:t>
            </a:r>
            <a:r>
              <a:rPr lang="is-IS" sz="3600"/>
              <a:t>…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745543"/>
            <a:ext cx="6777317" cy="2405441"/>
          </a:xfrm>
        </p:spPr>
        <p:txBody>
          <a:bodyPr/>
          <a:lstStyle/>
          <a:p>
            <a:r>
              <a:rPr lang="en-US"/>
              <a:t>Antigamente, executar um software era privilégio de poucas máquinas e poucas pessoas</a:t>
            </a:r>
          </a:p>
          <a:p>
            <a:r>
              <a:rPr lang="en-US"/>
              <a:t>Atualmente é difícil no dia a dia realizar alguma ação sem utilizar software</a:t>
            </a:r>
          </a:p>
        </p:txBody>
      </p:sp>
    </p:spTree>
    <p:extLst>
      <p:ext uri="{BB962C8B-B14F-4D97-AF65-F5344CB8AC3E}">
        <p14:creationId xmlns:p14="http://schemas.microsoft.com/office/powerpoint/2010/main" val="1645709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51622"/>
            <a:ext cx="7024744" cy="1143000"/>
          </a:xfrm>
        </p:spPr>
        <p:txBody>
          <a:bodyPr>
            <a:normAutofit/>
          </a:bodyPr>
          <a:lstStyle/>
          <a:p>
            <a:r>
              <a:rPr lang="is-IS" sz="3600"/>
              <a:t>… em formas diferenciadas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545016"/>
            <a:ext cx="7551868" cy="3261362"/>
          </a:xfrm>
        </p:spPr>
        <p:txBody>
          <a:bodyPr>
            <a:normAutofit/>
          </a:bodyPr>
          <a:lstStyle/>
          <a:p>
            <a:pPr marL="525780" indent="-457200">
              <a:buFont typeface="+mj-lt"/>
              <a:buAutoNum type="arabicPeriod"/>
            </a:pPr>
            <a:r>
              <a:rPr lang="en-US" dirty="0"/>
              <a:t>software </a:t>
            </a:r>
            <a:r>
              <a:rPr lang="en-US" dirty="0" err="1"/>
              <a:t>aplicativo</a:t>
            </a:r>
            <a:r>
              <a:rPr lang="en-US" dirty="0"/>
              <a:t> x software de </a:t>
            </a:r>
            <a:r>
              <a:rPr lang="en-US" dirty="0" err="1"/>
              <a:t>sistema</a:t>
            </a:r>
            <a:endParaRPr lang="en-US" dirty="0"/>
          </a:p>
          <a:p>
            <a:pPr marL="525780" indent="-457200">
              <a:buFont typeface="+mj-lt"/>
              <a:buAutoNum type="arabicPeriod"/>
            </a:pPr>
            <a:r>
              <a:rPr lang="en-US" dirty="0" err="1"/>
              <a:t>genérico</a:t>
            </a:r>
            <a:r>
              <a:rPr lang="en-US" dirty="0"/>
              <a:t> x </a:t>
            </a:r>
            <a:r>
              <a:rPr lang="en-US" dirty="0" err="1"/>
              <a:t>embutido</a:t>
            </a:r>
            <a:endParaRPr lang="en-US" dirty="0"/>
          </a:p>
          <a:p>
            <a:pPr marL="525780" indent="-457200">
              <a:buFont typeface="+mj-lt"/>
              <a:buAutoNum type="arabicPeriod"/>
            </a:pPr>
            <a:r>
              <a:rPr lang="en-US" dirty="0" err="1"/>
              <a:t>compilado</a:t>
            </a:r>
            <a:r>
              <a:rPr lang="en-US" dirty="0"/>
              <a:t> x </a:t>
            </a:r>
            <a:r>
              <a:rPr lang="en-US" dirty="0" err="1"/>
              <a:t>interpretado</a:t>
            </a:r>
            <a:endParaRPr lang="en-US" dirty="0"/>
          </a:p>
          <a:p>
            <a:pPr marL="525780" indent="-457200">
              <a:buFont typeface="+mj-lt"/>
              <a:buAutoNum type="arabicPeriod"/>
            </a:pPr>
            <a:r>
              <a:rPr lang="en-US" dirty="0" err="1"/>
              <a:t>monolítico</a:t>
            </a:r>
            <a:r>
              <a:rPr lang="en-US" dirty="0"/>
              <a:t> x </a:t>
            </a:r>
            <a:r>
              <a:rPr lang="en-US" dirty="0" err="1"/>
              <a:t>distribuído</a:t>
            </a:r>
            <a:endParaRPr lang="en-US" dirty="0"/>
          </a:p>
          <a:p>
            <a:pPr marL="525780" indent="-457200">
              <a:buFont typeface="+mj-lt"/>
              <a:buAutoNum type="arabicPeriod"/>
            </a:pPr>
            <a:r>
              <a:rPr lang="en-US" dirty="0" err="1"/>
              <a:t>nativo</a:t>
            </a:r>
            <a:r>
              <a:rPr lang="en-US" dirty="0"/>
              <a:t> x web</a:t>
            </a:r>
          </a:p>
          <a:p>
            <a:pPr marL="525780" indent="-457200">
              <a:buFont typeface="+mj-lt"/>
              <a:buAutoNum type="arabicPeriod"/>
            </a:pPr>
            <a:r>
              <a:rPr lang="en-US" dirty="0" err="1"/>
              <a:t>sequencial</a:t>
            </a:r>
            <a:r>
              <a:rPr lang="en-US" dirty="0"/>
              <a:t> x </a:t>
            </a:r>
            <a:r>
              <a:rPr lang="en-US" dirty="0" err="1"/>
              <a:t>paralelo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036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858" y="770844"/>
            <a:ext cx="8491330" cy="651616"/>
          </a:xfrm>
        </p:spPr>
        <p:txBody>
          <a:bodyPr>
            <a:noAutofit/>
          </a:bodyPr>
          <a:lstStyle/>
          <a:p>
            <a:r>
              <a:rPr lang="en-US" sz="3000" dirty="0"/>
              <a:t>1-Software </a:t>
            </a:r>
            <a:r>
              <a:rPr lang="en-US" sz="3000" dirty="0" err="1"/>
              <a:t>Aplicativo</a:t>
            </a:r>
            <a:r>
              <a:rPr lang="en-US" sz="3000" dirty="0"/>
              <a:t> x Software de Sistema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720" y="1436528"/>
            <a:ext cx="5708324" cy="504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05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600301"/>
            <a:ext cx="8001000" cy="4419600"/>
          </a:xfrm>
          <a:noFill/>
          <a:ln/>
        </p:spPr>
        <p:txBody>
          <a:bodyPr>
            <a:normAutofit fontScale="92500"/>
          </a:bodyPr>
          <a:lstStyle/>
          <a:p>
            <a:r>
              <a:rPr lang="pt-BR" dirty="0"/>
              <a:t>Software Aplicativo</a:t>
            </a:r>
          </a:p>
          <a:p>
            <a:pPr lvl="1" algn="just"/>
            <a:r>
              <a:rPr lang="pt-BR" dirty="0"/>
              <a:t>é um programa de computador que tem por objetivo ajudar o seu usuário a desempenhar uma tarefa específica</a:t>
            </a:r>
          </a:p>
          <a:p>
            <a:r>
              <a:rPr lang="pt-BR" dirty="0"/>
              <a:t>Software de sistema ou software básico</a:t>
            </a:r>
          </a:p>
          <a:p>
            <a:pPr lvl="1" algn="just"/>
            <a:r>
              <a:rPr lang="pt-BR" dirty="0"/>
              <a:t>conjunto de programas que acessa e controla diretamente o hardware do computador e locais de memória. O sistema operacional (exemplo mais comum) é um programa ou um conjunto de programas cuja função é gerenciar os recursos do sistema (definir qual programa recebe atenção do processador, gerenciar memória, criar um sistema de arquivos, etc.), fornecendo uma interface entre o computador e o usuário.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C3B68F-364F-43CD-8947-4A0314A1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58" y="695171"/>
            <a:ext cx="8491330" cy="651616"/>
          </a:xfrm>
        </p:spPr>
        <p:txBody>
          <a:bodyPr>
            <a:noAutofit/>
          </a:bodyPr>
          <a:lstStyle/>
          <a:p>
            <a:r>
              <a:rPr lang="en-US" sz="3000" dirty="0"/>
              <a:t>1-Software </a:t>
            </a:r>
            <a:r>
              <a:rPr lang="en-US" sz="3000" dirty="0" err="1"/>
              <a:t>Aplicativo</a:t>
            </a:r>
            <a:r>
              <a:rPr lang="en-US" sz="3000" dirty="0"/>
              <a:t> x Software de Sistema</a:t>
            </a:r>
          </a:p>
        </p:txBody>
      </p:sp>
    </p:spTree>
    <p:extLst>
      <p:ext uri="{BB962C8B-B14F-4D97-AF65-F5344CB8AC3E}">
        <p14:creationId xmlns:p14="http://schemas.microsoft.com/office/powerpoint/2010/main" val="310870179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0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979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001000" cy="4419600"/>
          </a:xfrm>
          <a:noFill/>
          <a:ln/>
        </p:spPr>
        <p:txBody>
          <a:bodyPr/>
          <a:lstStyle/>
          <a:p>
            <a:r>
              <a:rPr lang="pt-BR" dirty="0"/>
              <a:t>Software Aplicativo</a:t>
            </a:r>
          </a:p>
          <a:p>
            <a:pPr lvl="1"/>
            <a:r>
              <a:rPr lang="pt-BR" dirty="0"/>
              <a:t>Navegador da Web, software de processamento de texto, software de planilha eletrônica, software de banco de dados, software de apresentação.</a:t>
            </a:r>
          </a:p>
          <a:p>
            <a:pPr marL="1051560" lvl="4" indent="0">
              <a:buNone/>
            </a:pPr>
            <a:r>
              <a:rPr lang="pt-BR" dirty="0"/>
              <a:t>1) Opera (Web Browser)</a:t>
            </a:r>
          </a:p>
          <a:p>
            <a:pPr marL="1051560" lvl="4" indent="0">
              <a:buNone/>
            </a:pPr>
            <a:r>
              <a:rPr lang="pt-BR" dirty="0"/>
              <a:t>2) Microsoft Word (Word </a:t>
            </a:r>
            <a:r>
              <a:rPr lang="pt-BR" dirty="0" err="1"/>
              <a:t>Processing</a:t>
            </a:r>
            <a:r>
              <a:rPr lang="pt-BR" dirty="0"/>
              <a:t>)</a:t>
            </a:r>
          </a:p>
          <a:p>
            <a:pPr marL="1051560" lvl="4" indent="0">
              <a:buNone/>
            </a:pPr>
            <a:r>
              <a:rPr lang="pt-BR" dirty="0"/>
              <a:t>3) Microsoft Excel (software de planilha)</a:t>
            </a:r>
          </a:p>
          <a:p>
            <a:pPr marL="1051560" lvl="4" indent="0">
              <a:buNone/>
            </a:pPr>
            <a:r>
              <a:rPr lang="pt-BR" dirty="0"/>
              <a:t>5) MySQL (Software de banco de dados)</a:t>
            </a:r>
          </a:p>
          <a:p>
            <a:pPr marL="1051560" lvl="4" indent="0">
              <a:buNone/>
            </a:pPr>
            <a:r>
              <a:rPr lang="pt-BR" dirty="0"/>
              <a:t>6) Microsoft Powerpoint (Software de apresentação)</a:t>
            </a:r>
          </a:p>
          <a:p>
            <a:pPr marL="1051560" lvl="4" indent="0">
              <a:buNone/>
            </a:pPr>
            <a:r>
              <a:rPr lang="pt-BR" dirty="0"/>
              <a:t>7) iTunes (música / som Software)</a:t>
            </a:r>
          </a:p>
          <a:p>
            <a:pPr marL="1051560" lvl="4" indent="0">
              <a:buNone/>
            </a:pPr>
            <a:r>
              <a:rPr lang="pt-BR" dirty="0"/>
              <a:t>8) VLC Media Player (áudio / vídeo Software)</a:t>
            </a:r>
          </a:p>
          <a:p>
            <a:pPr marL="1051560" lvl="4" indent="0">
              <a:buNone/>
            </a:pPr>
            <a:r>
              <a:rPr lang="pt-BR" dirty="0"/>
              <a:t>9) World </a:t>
            </a:r>
            <a:r>
              <a:rPr lang="pt-BR" dirty="0" err="1"/>
              <a:t>of</a:t>
            </a:r>
            <a:r>
              <a:rPr lang="pt-BR" dirty="0"/>
              <a:t> Warcraft (Software de jogo)</a:t>
            </a:r>
          </a:p>
          <a:p>
            <a:pPr marL="1051560" lvl="4" indent="0">
              <a:buNone/>
            </a:pPr>
            <a:r>
              <a:rPr lang="pt-BR" dirty="0"/>
              <a:t>10) Adobe Photoshop (Software de gráficos)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52671" y="240136"/>
            <a:ext cx="78320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/>
              <a:t>1.1 Software </a:t>
            </a:r>
            <a:r>
              <a:rPr lang="en-US" sz="3200" dirty="0" err="1"/>
              <a:t>Aplicativo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4054931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0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0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10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0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0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10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10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0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979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001000" cy="4419600"/>
          </a:xfrm>
          <a:noFill/>
          <a:ln/>
        </p:spPr>
        <p:txBody>
          <a:bodyPr/>
          <a:lstStyle/>
          <a:p>
            <a:r>
              <a:rPr lang="pt-BR" dirty="0"/>
              <a:t>Software de Sistema</a:t>
            </a:r>
          </a:p>
          <a:p>
            <a:pPr lvl="1"/>
            <a:r>
              <a:rPr lang="pt-BR" dirty="0"/>
              <a:t>Sistemas operacionais, compiladores, </a:t>
            </a:r>
            <a:r>
              <a:rPr lang="pt-BR" i="1" dirty="0"/>
              <a:t>drivers</a:t>
            </a:r>
          </a:p>
          <a:p>
            <a:pPr marL="1051560" lvl="4" indent="0">
              <a:buNone/>
            </a:pPr>
            <a:r>
              <a:rPr lang="pt-BR" dirty="0"/>
              <a:t>1) Microsoft Windows</a:t>
            </a:r>
          </a:p>
          <a:p>
            <a:pPr marL="1051560" lvl="4" indent="0">
              <a:buNone/>
            </a:pPr>
            <a:r>
              <a:rPr lang="pt-BR" dirty="0"/>
              <a:t>2) Linux</a:t>
            </a:r>
          </a:p>
          <a:p>
            <a:pPr marL="1051560" lvl="4" indent="0">
              <a:buNone/>
            </a:pPr>
            <a:r>
              <a:rPr lang="pt-BR" dirty="0"/>
              <a:t>3) Unix</a:t>
            </a:r>
          </a:p>
          <a:p>
            <a:pPr marL="1051560" lvl="4" indent="0">
              <a:buNone/>
            </a:pPr>
            <a:r>
              <a:rPr lang="pt-BR" dirty="0"/>
              <a:t>4) Mac OSX</a:t>
            </a:r>
          </a:p>
          <a:p>
            <a:pPr marL="1051560" lvl="4" indent="0">
              <a:buNone/>
            </a:pPr>
            <a:r>
              <a:rPr lang="pt-BR" dirty="0"/>
              <a:t>5) DOS</a:t>
            </a:r>
          </a:p>
          <a:p>
            <a:pPr marL="1051560" lvl="4" indent="0">
              <a:buNone/>
            </a:pPr>
            <a:r>
              <a:rPr lang="pt-BR" dirty="0"/>
              <a:t>6) Software do BIOS</a:t>
            </a:r>
          </a:p>
          <a:p>
            <a:pPr marL="1051560" lvl="4" indent="0">
              <a:buNone/>
            </a:pPr>
            <a:r>
              <a:rPr lang="pt-BR" dirty="0"/>
              <a:t>7) Android</a:t>
            </a:r>
          </a:p>
          <a:p>
            <a:pPr marL="1051560" lvl="4" indent="0">
              <a:buNone/>
            </a:pPr>
            <a:r>
              <a:rPr lang="pt-BR" dirty="0"/>
              <a:t>8) IOS</a:t>
            </a:r>
          </a:p>
          <a:p>
            <a:pPr marL="1051560" lvl="4" indent="0">
              <a:buNone/>
            </a:pPr>
            <a:r>
              <a:rPr lang="pt-BR" dirty="0"/>
              <a:t>9) Driver da placa gráfica</a:t>
            </a:r>
          </a:p>
          <a:p>
            <a:pPr marL="1051560" lvl="4" indent="0">
              <a:buNone/>
            </a:pPr>
            <a:r>
              <a:rPr lang="pt-BR" dirty="0"/>
              <a:t>10) Assembler </a:t>
            </a:r>
          </a:p>
          <a:p>
            <a:pPr marL="1051560" lvl="4" indent="0">
              <a:buNone/>
            </a:pPr>
            <a:r>
              <a:rPr lang="pt-BR" dirty="0"/>
              <a:t>11) Compilador C/C++</a:t>
            </a:r>
          </a:p>
          <a:p>
            <a:pPr marL="1051560" lvl="4" indent="0">
              <a:buNone/>
            </a:pPr>
            <a:r>
              <a:rPr lang="pt-BR" dirty="0"/>
              <a:t>12) Interpretador </a:t>
            </a:r>
            <a:r>
              <a:rPr lang="pt-BR" dirty="0" err="1"/>
              <a:t>javascript</a:t>
            </a:r>
            <a:endParaRPr lang="pt-BR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52671" y="240136"/>
            <a:ext cx="78320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/>
              <a:t>1.2 Software de Sistema</a:t>
            </a:r>
          </a:p>
        </p:txBody>
      </p:sp>
    </p:spTree>
    <p:extLst>
      <p:ext uri="{BB962C8B-B14F-4D97-AF65-F5344CB8AC3E}">
        <p14:creationId xmlns:p14="http://schemas.microsoft.com/office/powerpoint/2010/main" val="2457321761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0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979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219" y="1025371"/>
            <a:ext cx="7903562" cy="552879"/>
          </a:xfrm>
        </p:spPr>
        <p:txBody>
          <a:bodyPr>
            <a:normAutofit fontScale="90000"/>
          </a:bodyPr>
          <a:lstStyle/>
          <a:p>
            <a:r>
              <a:rPr lang="en-US" dirty="0"/>
              <a:t>2- Software </a:t>
            </a:r>
            <a:r>
              <a:rPr lang="en-US" dirty="0" err="1"/>
              <a:t>genérico</a:t>
            </a:r>
            <a:r>
              <a:rPr lang="en-US" dirty="0"/>
              <a:t> X </a:t>
            </a:r>
            <a:r>
              <a:rPr lang="en-US" dirty="0" err="1"/>
              <a:t>embutido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341" y="2269656"/>
            <a:ext cx="6777317" cy="2318687"/>
          </a:xfrm>
        </p:spPr>
        <p:txBody>
          <a:bodyPr/>
          <a:lstStyle/>
          <a:p>
            <a:pPr algn="just"/>
            <a:r>
              <a:rPr lang="en-US" dirty="0"/>
              <a:t>Software que é </a:t>
            </a:r>
            <a:r>
              <a:rPr lang="en-US" dirty="0" err="1"/>
              <a:t>executado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máquina</a:t>
            </a:r>
            <a:r>
              <a:rPr lang="en-US" dirty="0"/>
              <a:t> </a:t>
            </a:r>
            <a:r>
              <a:rPr lang="en-US" dirty="0" err="1"/>
              <a:t>genérica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um </a:t>
            </a:r>
            <a:r>
              <a:rPr lang="en-US" i="1" dirty="0"/>
              <a:t>desktop, tablet </a:t>
            </a:r>
            <a:r>
              <a:rPr lang="en-US" dirty="0" err="1"/>
              <a:t>ou</a:t>
            </a:r>
            <a:r>
              <a:rPr lang="en-US" i="1" dirty="0"/>
              <a:t> smartphone.</a:t>
            </a:r>
          </a:p>
          <a:p>
            <a:pPr algn="just"/>
            <a:r>
              <a:rPr lang="en-US" dirty="0" err="1"/>
              <a:t>Exemplos</a:t>
            </a:r>
            <a:r>
              <a:rPr lang="en-US" dirty="0"/>
              <a:t>:</a:t>
            </a:r>
          </a:p>
          <a:p>
            <a:pPr lvl="1" algn="just"/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softwares</a:t>
            </a:r>
            <a:r>
              <a:rPr lang="en-US" dirty="0"/>
              <a:t> </a:t>
            </a:r>
            <a:r>
              <a:rPr lang="en-US" dirty="0" err="1"/>
              <a:t>aplicativos</a:t>
            </a:r>
            <a:endParaRPr lang="en-US" dirty="0"/>
          </a:p>
          <a:p>
            <a:pPr marL="365760" lvl="1" indent="0" algn="just">
              <a:buNone/>
            </a:pPr>
            <a:endParaRPr lang="en-US" dirty="0"/>
          </a:p>
          <a:p>
            <a:pPr algn="just"/>
            <a:endParaRPr lang="en-US" dirty="0"/>
          </a:p>
          <a:p>
            <a:pPr marL="365760" lvl="1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B1720FA-9D4D-41CF-83BB-DFA88ED42B0B}"/>
              </a:ext>
            </a:extLst>
          </p:cNvPr>
          <p:cNvSpPr txBox="1"/>
          <p:nvPr/>
        </p:nvSpPr>
        <p:spPr>
          <a:xfrm>
            <a:off x="1283677" y="1807991"/>
            <a:ext cx="4621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2.1  Software </a:t>
            </a:r>
            <a:r>
              <a:rPr lang="en-US" sz="2400" dirty="0" err="1">
                <a:solidFill>
                  <a:schemeClr val="bg2">
                    <a:lumMod val="50000"/>
                  </a:schemeClr>
                </a:solidFill>
              </a:rPr>
              <a:t>genérico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pt-BR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694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168907"/>
            <a:ext cx="6777317" cy="3508977"/>
          </a:xfrm>
        </p:spPr>
        <p:txBody>
          <a:bodyPr/>
          <a:lstStyle/>
          <a:p>
            <a:pPr algn="just"/>
            <a:r>
              <a:rPr lang="en-US" dirty="0"/>
              <a:t>Software que é </a:t>
            </a:r>
            <a:r>
              <a:rPr lang="en-US" dirty="0" err="1"/>
              <a:t>executado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um hardware com </a:t>
            </a:r>
            <a:r>
              <a:rPr lang="en-US" dirty="0" err="1"/>
              <a:t>propósito</a:t>
            </a:r>
            <a:r>
              <a:rPr lang="en-US" dirty="0"/>
              <a:t> </a:t>
            </a:r>
            <a:r>
              <a:rPr lang="en-US" dirty="0" err="1"/>
              <a:t>específico</a:t>
            </a:r>
            <a:r>
              <a:rPr lang="en-US" dirty="0"/>
              <a:t> e </a:t>
            </a:r>
            <a:r>
              <a:rPr lang="en-US" dirty="0" err="1"/>
              <a:t>fica</a:t>
            </a:r>
            <a:r>
              <a:rPr lang="en-US" dirty="0"/>
              <a:t> </a:t>
            </a:r>
            <a:r>
              <a:rPr lang="en-US" dirty="0" err="1"/>
              <a:t>gravado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memória</a:t>
            </a:r>
            <a:r>
              <a:rPr lang="en-US" dirty="0"/>
              <a:t> ROM (</a:t>
            </a:r>
            <a:r>
              <a:rPr lang="en-US" i="1" dirty="0"/>
              <a:t>ready only memory</a:t>
            </a:r>
            <a:r>
              <a:rPr lang="en-US" dirty="0"/>
              <a:t>) </a:t>
            </a:r>
            <a:r>
              <a:rPr lang="en-US" dirty="0" err="1"/>
              <a:t>deste</a:t>
            </a:r>
            <a:r>
              <a:rPr lang="en-US" dirty="0"/>
              <a:t> </a:t>
            </a:r>
            <a:r>
              <a:rPr lang="en-US" dirty="0" err="1"/>
              <a:t>dispositivo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Exemplos</a:t>
            </a:r>
            <a:r>
              <a:rPr lang="en-US" dirty="0"/>
              <a:t>:</a:t>
            </a:r>
          </a:p>
          <a:p>
            <a:pPr lvl="1" algn="just"/>
            <a:r>
              <a:rPr lang="en-US" dirty="0"/>
              <a:t>Software que </a:t>
            </a:r>
            <a:r>
              <a:rPr lang="en-US" dirty="0" err="1"/>
              <a:t>roda</a:t>
            </a:r>
            <a:r>
              <a:rPr lang="en-US" dirty="0"/>
              <a:t> no </a:t>
            </a:r>
            <a:r>
              <a:rPr lang="en-US" dirty="0" err="1"/>
              <a:t>computador</a:t>
            </a:r>
            <a:r>
              <a:rPr lang="en-US" dirty="0"/>
              <a:t> de </a:t>
            </a:r>
            <a:r>
              <a:rPr lang="en-US" dirty="0" err="1"/>
              <a:t>bordo</a:t>
            </a:r>
            <a:r>
              <a:rPr lang="en-US" dirty="0"/>
              <a:t> de </a:t>
            </a:r>
            <a:r>
              <a:rPr lang="en-US" dirty="0" err="1"/>
              <a:t>carro</a:t>
            </a:r>
            <a:endParaRPr lang="en-US" dirty="0"/>
          </a:p>
          <a:p>
            <a:pPr lvl="1" algn="just"/>
            <a:r>
              <a:rPr lang="en-US" dirty="0"/>
              <a:t>Software que </a:t>
            </a:r>
            <a:r>
              <a:rPr lang="en-US" dirty="0" err="1"/>
              <a:t>controla</a:t>
            </a:r>
            <a:r>
              <a:rPr lang="en-US" dirty="0"/>
              <a:t> um </a:t>
            </a:r>
            <a:r>
              <a:rPr lang="en-US" dirty="0" err="1"/>
              <a:t>microondas</a:t>
            </a:r>
            <a:r>
              <a:rPr lang="en-US" dirty="0"/>
              <a:t>, um </a:t>
            </a:r>
            <a:r>
              <a:rPr lang="en-US" dirty="0" err="1"/>
              <a:t>termostato</a:t>
            </a:r>
            <a:r>
              <a:rPr lang="en-US" dirty="0"/>
              <a:t>, um </a:t>
            </a:r>
            <a:r>
              <a:rPr lang="en-US" dirty="0" err="1"/>
              <a:t>satélite</a:t>
            </a:r>
            <a:endParaRPr lang="en-US" dirty="0"/>
          </a:p>
          <a:p>
            <a:pPr marL="365760" lvl="1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6A2C5C3-44C9-4426-B1AF-E428FD2F1CEB}"/>
              </a:ext>
            </a:extLst>
          </p:cNvPr>
          <p:cNvSpPr txBox="1"/>
          <p:nvPr/>
        </p:nvSpPr>
        <p:spPr>
          <a:xfrm>
            <a:off x="1142999" y="1346326"/>
            <a:ext cx="52155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2.2  Software </a:t>
            </a:r>
            <a:r>
              <a:rPr lang="en-US" sz="3200" dirty="0" err="1">
                <a:solidFill>
                  <a:schemeClr val="bg2">
                    <a:lumMod val="50000"/>
                  </a:schemeClr>
                </a:solidFill>
              </a:rPr>
              <a:t>embutido</a:t>
            </a: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pt-BR" sz="3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434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185" y="731520"/>
            <a:ext cx="7917630" cy="627658"/>
          </a:xfrm>
        </p:spPr>
        <p:txBody>
          <a:bodyPr>
            <a:normAutofit/>
          </a:bodyPr>
          <a:lstStyle/>
          <a:p>
            <a:r>
              <a:rPr lang="en-US" sz="3200" dirty="0"/>
              <a:t>3 -Software </a:t>
            </a:r>
            <a:r>
              <a:rPr lang="en-US" sz="3200" dirty="0" err="1"/>
              <a:t>compilado</a:t>
            </a:r>
            <a:r>
              <a:rPr lang="en-US" sz="3200" dirty="0"/>
              <a:t> x </a:t>
            </a:r>
            <a:r>
              <a:rPr lang="en-US" sz="3200" dirty="0" err="1"/>
              <a:t>interpretado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6730" y="2080071"/>
            <a:ext cx="6777317" cy="809333"/>
          </a:xfrm>
        </p:spPr>
        <p:txBody>
          <a:bodyPr>
            <a:normAutofit lnSpcReduction="10000"/>
          </a:bodyPr>
          <a:lstStyle/>
          <a:p>
            <a:pPr marL="68580" indent="0" algn="just">
              <a:buNone/>
            </a:pPr>
            <a:r>
              <a:rPr lang="en-US" dirty="0"/>
              <a:t>Software que </a:t>
            </a:r>
            <a:r>
              <a:rPr lang="en-US" dirty="0" err="1"/>
              <a:t>passa</a:t>
            </a:r>
            <a:r>
              <a:rPr lang="en-US" dirty="0"/>
              <a:t> por um </a:t>
            </a:r>
            <a:r>
              <a:rPr lang="en-US" dirty="0" err="1"/>
              <a:t>processo</a:t>
            </a:r>
            <a:r>
              <a:rPr lang="en-US" dirty="0"/>
              <a:t> de </a:t>
            </a:r>
            <a:r>
              <a:rPr lang="en-US" dirty="0" err="1"/>
              <a:t>tradução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365760" lvl="1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pic>
        <p:nvPicPr>
          <p:cNvPr id="5" name="Picture 4" descr="Screen Shot 2016-04-07 at 14.56.28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007" y="2783495"/>
            <a:ext cx="6810236" cy="360124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7051B0D-598E-4E17-A14A-95ED43A05495}"/>
              </a:ext>
            </a:extLst>
          </p:cNvPr>
          <p:cNvSpPr txBox="1"/>
          <p:nvPr/>
        </p:nvSpPr>
        <p:spPr>
          <a:xfrm>
            <a:off x="1086729" y="1517338"/>
            <a:ext cx="59049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3.1 Software </a:t>
            </a:r>
            <a:r>
              <a:rPr lang="en-US" sz="3200" dirty="0" err="1">
                <a:solidFill>
                  <a:schemeClr val="bg2">
                    <a:lumMod val="50000"/>
                  </a:schemeClr>
                </a:solidFill>
              </a:rPr>
              <a:t>compilado</a:t>
            </a: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pt-BR" sz="3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502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605631"/>
            <a:ext cx="7024744" cy="1143000"/>
          </a:xfrm>
        </p:spPr>
        <p:txBody>
          <a:bodyPr/>
          <a:lstStyle/>
          <a:p>
            <a:r>
              <a:rPr lang="en-US" dirty="0"/>
              <a:t>Software </a:t>
            </a:r>
            <a:r>
              <a:rPr lang="en-US" dirty="0" err="1"/>
              <a:t>compilado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995607"/>
            <a:ext cx="6777317" cy="3737766"/>
          </a:xfrm>
        </p:spPr>
        <p:txBody>
          <a:bodyPr/>
          <a:lstStyle/>
          <a:p>
            <a:r>
              <a:rPr lang="en-US"/>
              <a:t>Linguagens tipicamente compiladas</a:t>
            </a:r>
          </a:p>
          <a:p>
            <a:pPr lvl="1"/>
            <a:r>
              <a:rPr lang="en-US"/>
              <a:t>C/C++</a:t>
            </a:r>
          </a:p>
          <a:p>
            <a:pPr lvl="1"/>
            <a:r>
              <a:rPr lang="en-US"/>
              <a:t>Pascal</a:t>
            </a:r>
          </a:p>
          <a:p>
            <a:pPr lvl="1"/>
            <a:r>
              <a:rPr lang="en-US"/>
              <a:t>ADA</a:t>
            </a:r>
          </a:p>
          <a:p>
            <a:pPr lvl="1"/>
            <a:r>
              <a:rPr lang="en-US"/>
              <a:t>COBOL</a:t>
            </a:r>
          </a:p>
          <a:p>
            <a:pPr lvl="1"/>
            <a:r>
              <a:rPr lang="en-US"/>
              <a:t>Eiffel</a:t>
            </a:r>
          </a:p>
          <a:p>
            <a:pPr lvl="1"/>
            <a:r>
              <a:rPr lang="en-US"/>
              <a:t>ML</a:t>
            </a:r>
          </a:p>
          <a:p>
            <a:pPr lvl="1"/>
            <a:r>
              <a:rPr lang="en-US"/>
              <a:t>Objective-C</a:t>
            </a:r>
          </a:p>
          <a:p>
            <a:pPr lvl="1"/>
            <a:endParaRPr lang="en-US"/>
          </a:p>
          <a:p>
            <a:endParaRPr lang="en-US"/>
          </a:p>
          <a:p>
            <a:endParaRPr lang="en-US"/>
          </a:p>
          <a:p>
            <a:pPr marL="365760" lvl="1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613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216178"/>
            <a:ext cx="7024744" cy="1143000"/>
          </a:xfrm>
        </p:spPr>
        <p:txBody>
          <a:bodyPr/>
          <a:lstStyle/>
          <a:p>
            <a:r>
              <a:rPr lang="en-US" dirty="0"/>
              <a:t>3.2-Software </a:t>
            </a:r>
            <a:r>
              <a:rPr lang="en-US" dirty="0" err="1"/>
              <a:t>interpretado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413452"/>
            <a:ext cx="6777317" cy="153976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instrução</a:t>
            </a:r>
            <a:r>
              <a:rPr lang="en-US" dirty="0"/>
              <a:t> do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fonte</a:t>
            </a:r>
            <a:r>
              <a:rPr lang="en-US" dirty="0"/>
              <a:t> </a:t>
            </a:r>
            <a:r>
              <a:rPr lang="en-US" dirty="0" err="1"/>
              <a:t>só</a:t>
            </a:r>
            <a:r>
              <a:rPr lang="en-US" dirty="0"/>
              <a:t> é </a:t>
            </a:r>
            <a:r>
              <a:rPr lang="en-US" dirty="0" err="1"/>
              <a:t>traduzida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hora da </a:t>
            </a:r>
            <a:r>
              <a:rPr lang="en-US" dirty="0" err="1"/>
              <a:t>execução</a:t>
            </a:r>
            <a:r>
              <a:rPr lang="en-US" dirty="0"/>
              <a:t>. O </a:t>
            </a:r>
            <a:r>
              <a:rPr lang="en-US" dirty="0" err="1"/>
              <a:t>interpretador</a:t>
            </a:r>
            <a:r>
              <a:rPr lang="en-US" dirty="0"/>
              <a:t> </a:t>
            </a:r>
            <a:r>
              <a:rPr lang="en-US" dirty="0" err="1"/>
              <a:t>traduz</a:t>
            </a:r>
            <a:r>
              <a:rPr lang="en-US" dirty="0"/>
              <a:t> e </a:t>
            </a:r>
            <a:r>
              <a:rPr lang="en-US" dirty="0" err="1"/>
              <a:t>executa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seguida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365760" lvl="1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pic>
        <p:nvPicPr>
          <p:cNvPr id="5" name="Picture 4" descr="Screen Shot 2016-04-07 at 15.04.15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332" y="3066370"/>
            <a:ext cx="6777317" cy="372869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3316266" y="3634078"/>
            <a:ext cx="2610682" cy="88205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660066"/>
                </a:solidFill>
                <a:latin typeface="Arial"/>
                <a:cs typeface="Arial"/>
              </a:rPr>
              <a:t>interpretador</a:t>
            </a:r>
          </a:p>
        </p:txBody>
      </p:sp>
    </p:spTree>
    <p:extLst>
      <p:ext uri="{BB962C8B-B14F-4D97-AF65-F5344CB8AC3E}">
        <p14:creationId xmlns:p14="http://schemas.microsoft.com/office/powerpoint/2010/main" val="1040937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551360"/>
            <a:ext cx="7024744" cy="1143000"/>
          </a:xfrm>
        </p:spPr>
        <p:txBody>
          <a:bodyPr/>
          <a:lstStyle/>
          <a:p>
            <a:r>
              <a:rPr lang="en-US"/>
              <a:t>Software interpretado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013251"/>
            <a:ext cx="6777317" cy="3613826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Linguagens</a:t>
            </a:r>
            <a:r>
              <a:rPr lang="en-US" dirty="0"/>
              <a:t> </a:t>
            </a:r>
            <a:r>
              <a:rPr lang="en-US" dirty="0" err="1"/>
              <a:t>tipicamente</a:t>
            </a:r>
            <a:r>
              <a:rPr lang="en-US" dirty="0"/>
              <a:t> </a:t>
            </a:r>
            <a:r>
              <a:rPr lang="en-US" dirty="0" err="1"/>
              <a:t>interpretadas</a:t>
            </a:r>
            <a:endParaRPr lang="en-US" dirty="0"/>
          </a:p>
          <a:p>
            <a:pPr lvl="1"/>
            <a:r>
              <a:rPr lang="en-US" dirty="0"/>
              <a:t>Ruby</a:t>
            </a:r>
          </a:p>
          <a:p>
            <a:pPr lvl="1"/>
            <a:r>
              <a:rPr lang="en-US" dirty="0"/>
              <a:t>JavaScript</a:t>
            </a:r>
          </a:p>
          <a:p>
            <a:pPr lvl="1"/>
            <a:r>
              <a:rPr lang="en-US" dirty="0"/>
              <a:t>PHP</a:t>
            </a:r>
          </a:p>
          <a:p>
            <a:pPr lvl="1"/>
            <a:r>
              <a:rPr lang="en-US" dirty="0"/>
              <a:t>Phyton</a:t>
            </a:r>
          </a:p>
          <a:p>
            <a:pPr lvl="1"/>
            <a:r>
              <a:rPr lang="en-US" dirty="0"/>
              <a:t>Lua</a:t>
            </a:r>
          </a:p>
          <a:p>
            <a:pPr lvl="1"/>
            <a:r>
              <a:rPr lang="en-US" dirty="0"/>
              <a:t>LISP</a:t>
            </a:r>
          </a:p>
          <a:p>
            <a:pPr lvl="1"/>
            <a:r>
              <a:rPr lang="en-US" dirty="0"/>
              <a:t>LOGO</a:t>
            </a:r>
          </a:p>
          <a:p>
            <a:pPr lvl="1"/>
            <a:r>
              <a:rPr lang="en-US" dirty="0"/>
              <a:t>C#</a:t>
            </a:r>
          </a:p>
          <a:p>
            <a:pPr lvl="1"/>
            <a:r>
              <a:rPr lang="en-US" dirty="0"/>
              <a:t>Java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36576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151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551360"/>
            <a:ext cx="7024744" cy="1143000"/>
          </a:xfrm>
        </p:spPr>
        <p:txBody>
          <a:bodyPr/>
          <a:lstStyle/>
          <a:p>
            <a:r>
              <a:rPr lang="en-US"/>
              <a:t>JAVA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209" y="849512"/>
            <a:ext cx="4800600" cy="551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35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551360"/>
            <a:ext cx="7024744" cy="1143000"/>
          </a:xfrm>
        </p:spPr>
        <p:txBody>
          <a:bodyPr/>
          <a:lstStyle/>
          <a:p>
            <a:r>
              <a:rPr lang="pt-BR" dirty="0"/>
              <a:t>4- Monolítico X Distribuído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013251"/>
            <a:ext cx="4808667" cy="4125872"/>
          </a:xfrm>
        </p:spPr>
        <p:txBody>
          <a:bodyPr/>
          <a:lstStyle/>
          <a:p>
            <a:pPr marL="68580" indent="0" algn="just"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4.1 Software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monolítico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/>
              <a:t>é </a:t>
            </a:r>
            <a:r>
              <a:rPr lang="en-US" dirty="0" err="1"/>
              <a:t>aquele</a:t>
            </a:r>
            <a:r>
              <a:rPr lang="en-US" dirty="0"/>
              <a:t> </a:t>
            </a:r>
            <a:r>
              <a:rPr lang="en-US" dirty="0" err="1"/>
              <a:t>feito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um </a:t>
            </a:r>
            <a:r>
              <a:rPr lang="en-US" dirty="0" err="1"/>
              <a:t>único</a:t>
            </a:r>
            <a:r>
              <a:rPr lang="en-US" dirty="0"/>
              <a:t> </a:t>
            </a:r>
            <a:r>
              <a:rPr lang="en-US" dirty="0" err="1"/>
              <a:t>bloco</a:t>
            </a:r>
            <a:r>
              <a:rPr lang="en-US" dirty="0"/>
              <a:t> </a:t>
            </a:r>
            <a:r>
              <a:rPr lang="en-US" dirty="0" err="1"/>
              <a:t>cuja</a:t>
            </a:r>
            <a:r>
              <a:rPr lang="en-US" dirty="0"/>
              <a:t> </a:t>
            </a:r>
            <a:r>
              <a:rPr lang="en-US" dirty="0" err="1"/>
              <a:t>execução</a:t>
            </a:r>
            <a:r>
              <a:rPr lang="en-US" dirty="0"/>
              <a:t> </a:t>
            </a:r>
            <a:r>
              <a:rPr lang="en-US" dirty="0" err="1"/>
              <a:t>ocorre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única</a:t>
            </a:r>
            <a:r>
              <a:rPr lang="en-US" dirty="0"/>
              <a:t> </a:t>
            </a:r>
            <a:r>
              <a:rPr lang="en-US" dirty="0" err="1"/>
              <a:t>máquina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9" y="1845828"/>
            <a:ext cx="26035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706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251463"/>
            <a:ext cx="7024744" cy="1143000"/>
          </a:xfrm>
        </p:spPr>
        <p:txBody>
          <a:bodyPr/>
          <a:lstStyle/>
          <a:p>
            <a:r>
              <a:rPr lang="pt-BR"/>
              <a:t>Monolítico X Distribuído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431098"/>
            <a:ext cx="7024742" cy="1997902"/>
          </a:xfrm>
        </p:spPr>
        <p:txBody>
          <a:bodyPr>
            <a:normAutofit fontScale="92500"/>
          </a:bodyPr>
          <a:lstStyle/>
          <a:p>
            <a:pPr marL="68580" indent="0" algn="just"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4.2 Software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distribuído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/>
              <a:t>é </a:t>
            </a:r>
            <a:r>
              <a:rPr lang="en-US" dirty="0" err="1"/>
              <a:t>composto</a:t>
            </a:r>
            <a:r>
              <a:rPr lang="en-US" dirty="0"/>
              <a:t> por </a:t>
            </a:r>
            <a:r>
              <a:rPr lang="en-US" dirty="0" err="1"/>
              <a:t>diversos</a:t>
            </a:r>
            <a:r>
              <a:rPr lang="en-US" dirty="0"/>
              <a:t> </a:t>
            </a:r>
            <a:r>
              <a:rPr lang="en-US" dirty="0" err="1"/>
              <a:t>componentes</a:t>
            </a:r>
            <a:r>
              <a:rPr lang="en-US" dirty="0"/>
              <a:t> que </a:t>
            </a:r>
            <a:r>
              <a:rPr lang="en-US" dirty="0" err="1"/>
              <a:t>podem</a:t>
            </a:r>
            <a:r>
              <a:rPr lang="en-US" dirty="0"/>
              <a:t> </a:t>
            </a:r>
            <a:r>
              <a:rPr lang="en-US" dirty="0" err="1"/>
              <a:t>executar</a:t>
            </a:r>
            <a:r>
              <a:rPr lang="en-US" dirty="0"/>
              <a:t> de forma </a:t>
            </a:r>
            <a:r>
              <a:rPr lang="en-US" dirty="0" err="1"/>
              <a:t>distribuída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máquinas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dentro de </a:t>
            </a:r>
            <a:r>
              <a:rPr lang="en-US" dirty="0" err="1"/>
              <a:t>uma</a:t>
            </a:r>
            <a:r>
              <a:rPr lang="en-US" dirty="0"/>
              <a:t> rede.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componentes</a:t>
            </a:r>
            <a:r>
              <a:rPr lang="en-US" dirty="0"/>
              <a:t> </a:t>
            </a:r>
            <a:r>
              <a:rPr lang="en-US" dirty="0" err="1"/>
              <a:t>podem</a:t>
            </a:r>
            <a:r>
              <a:rPr lang="en-US" dirty="0"/>
              <a:t> ser </a:t>
            </a:r>
            <a:r>
              <a:rPr lang="en-US" dirty="0" err="1"/>
              <a:t>executados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máquinas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nuvem</a:t>
            </a:r>
            <a:r>
              <a:rPr lang="en-US" dirty="0"/>
              <a:t>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951" y="3147451"/>
            <a:ext cx="5626100" cy="3035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7732" y="3701247"/>
            <a:ext cx="220221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just"/>
            <a:r>
              <a:rPr lang="en-US" sz="1600" dirty="0"/>
              <a:t>A </a:t>
            </a:r>
            <a:r>
              <a:rPr lang="en-US" sz="1600" dirty="0" err="1"/>
              <a:t>organização</a:t>
            </a:r>
            <a:r>
              <a:rPr lang="en-US" sz="1600" dirty="0"/>
              <a:t> da </a:t>
            </a:r>
            <a:r>
              <a:rPr lang="en-US" sz="1600" dirty="0" err="1"/>
              <a:t>distribuição</a:t>
            </a:r>
            <a:r>
              <a:rPr lang="en-US" sz="1600" dirty="0"/>
              <a:t> </a:t>
            </a:r>
            <a:r>
              <a:rPr lang="en-US" sz="1600" dirty="0" err="1"/>
              <a:t>pode</a:t>
            </a:r>
            <a:r>
              <a:rPr lang="en-US" sz="1600" dirty="0"/>
              <a:t> </a:t>
            </a:r>
            <a:r>
              <a:rPr lang="en-US" sz="1600" dirty="0" err="1"/>
              <a:t>variar</a:t>
            </a:r>
            <a:r>
              <a:rPr lang="en-US" sz="1600" dirty="0"/>
              <a:t> </a:t>
            </a:r>
            <a:r>
              <a:rPr lang="en-US" sz="1600" dirty="0" err="1"/>
              <a:t>conforme</a:t>
            </a:r>
            <a:r>
              <a:rPr lang="en-US" sz="1600" dirty="0"/>
              <a:t> as </a:t>
            </a:r>
            <a:r>
              <a:rPr lang="en-US" sz="1600" dirty="0" err="1"/>
              <a:t>características</a:t>
            </a:r>
            <a:r>
              <a:rPr lang="en-US" sz="1600" dirty="0"/>
              <a:t> do software.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665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251463"/>
            <a:ext cx="7024744" cy="1143000"/>
          </a:xfrm>
        </p:spPr>
        <p:txBody>
          <a:bodyPr/>
          <a:lstStyle/>
          <a:p>
            <a:r>
              <a:rPr lang="pt-BR" dirty="0"/>
              <a:t>5- Nativo X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431098"/>
            <a:ext cx="6777317" cy="1809449"/>
          </a:xfrm>
        </p:spPr>
        <p:txBody>
          <a:bodyPr>
            <a:normAutofit fontScale="92500" lnSpcReduction="10000"/>
          </a:bodyPr>
          <a:lstStyle/>
          <a:p>
            <a:pPr marL="68580" indent="0" algn="just"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5.1</a:t>
            </a:r>
            <a:r>
              <a:rPr lang="en-US" dirty="0"/>
              <a:t> Software </a:t>
            </a:r>
            <a:r>
              <a:rPr lang="en-US" dirty="0" err="1"/>
              <a:t>nativo</a:t>
            </a:r>
            <a:r>
              <a:rPr lang="en-US" dirty="0"/>
              <a:t> </a:t>
            </a:r>
            <a:r>
              <a:rPr lang="en-US" dirty="0" err="1"/>
              <a:t>acessa</a:t>
            </a:r>
            <a:r>
              <a:rPr lang="en-US" dirty="0"/>
              <a:t> e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diretamente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recursos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máquina</a:t>
            </a:r>
            <a:r>
              <a:rPr lang="en-US" dirty="0"/>
              <a:t>. </a:t>
            </a:r>
          </a:p>
          <a:p>
            <a:pPr marL="68580" indent="0" algn="just"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5.2</a:t>
            </a:r>
            <a:r>
              <a:rPr lang="en-US" dirty="0"/>
              <a:t> </a:t>
            </a:r>
            <a:r>
              <a:rPr lang="en-US" dirty="0" err="1"/>
              <a:t>Aplicativos</a:t>
            </a:r>
            <a:r>
              <a:rPr lang="en-US" dirty="0"/>
              <a:t> Web </a:t>
            </a:r>
            <a:r>
              <a:rPr lang="en-US" dirty="0" err="1"/>
              <a:t>acessam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recursos</a:t>
            </a:r>
            <a:r>
              <a:rPr lang="en-US" dirty="0"/>
              <a:t> do </a:t>
            </a:r>
            <a:r>
              <a:rPr lang="en-US" dirty="0" err="1"/>
              <a:t>navegador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recursos</a:t>
            </a:r>
            <a:r>
              <a:rPr lang="en-US" dirty="0"/>
              <a:t> da </a:t>
            </a:r>
            <a:r>
              <a:rPr lang="en-US" dirty="0" err="1"/>
              <a:t>máquina</a:t>
            </a:r>
            <a:r>
              <a:rPr lang="en-US" dirty="0"/>
              <a:t> </a:t>
            </a:r>
            <a:r>
              <a:rPr lang="en-US" dirty="0" err="1"/>
              <a:t>através</a:t>
            </a:r>
            <a:r>
              <a:rPr lang="en-US" dirty="0"/>
              <a:t> do </a:t>
            </a:r>
            <a:r>
              <a:rPr lang="en-US" dirty="0" err="1"/>
              <a:t>navegador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936" y="3277182"/>
            <a:ext cx="4748298" cy="282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372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883" y="606047"/>
            <a:ext cx="7024744" cy="1143000"/>
          </a:xfrm>
        </p:spPr>
        <p:txBody>
          <a:bodyPr/>
          <a:lstStyle/>
          <a:p>
            <a:r>
              <a:rPr lang="pt-BR" dirty="0"/>
              <a:t>6- Sequencial X Paralelo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868" y="2078032"/>
            <a:ext cx="7342263" cy="3208526"/>
          </a:xfrm>
        </p:spPr>
        <p:txBody>
          <a:bodyPr/>
          <a:lstStyle/>
          <a:p>
            <a:pPr marL="68580" indent="0" algn="just"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6.1-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um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sequencial</a:t>
            </a:r>
            <a:r>
              <a:rPr lang="en-US" dirty="0"/>
              <a:t> as </a:t>
            </a:r>
            <a:r>
              <a:rPr lang="en-US" dirty="0" err="1"/>
              <a:t>instruções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executadas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sequência</a:t>
            </a:r>
            <a:r>
              <a:rPr lang="en-US" dirty="0"/>
              <a:t>,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após</a:t>
            </a:r>
            <a:r>
              <a:rPr lang="en-US" dirty="0"/>
              <a:t> a </a:t>
            </a:r>
            <a:r>
              <a:rPr lang="en-US" dirty="0" err="1"/>
              <a:t>outra</a:t>
            </a:r>
            <a:r>
              <a:rPr lang="en-US" dirty="0"/>
              <a:t>.</a:t>
            </a:r>
          </a:p>
          <a:p>
            <a:pPr marL="68580" indent="0" algn="just"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6.2 </a:t>
            </a:r>
            <a:r>
              <a:rPr lang="en-US" dirty="0"/>
              <a:t>- </a:t>
            </a:r>
            <a:r>
              <a:rPr lang="en-US" dirty="0" err="1"/>
              <a:t>Em</a:t>
            </a:r>
            <a:r>
              <a:rPr lang="en-US" dirty="0"/>
              <a:t> um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paralelo</a:t>
            </a:r>
            <a:r>
              <a:rPr lang="en-US" dirty="0"/>
              <a:t> </a:t>
            </a:r>
            <a:r>
              <a:rPr lang="en-US" dirty="0" err="1"/>
              <a:t>algumas</a:t>
            </a:r>
            <a:r>
              <a:rPr lang="en-US" dirty="0"/>
              <a:t> </a:t>
            </a:r>
            <a:r>
              <a:rPr lang="en-US" dirty="0" err="1"/>
              <a:t>partes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executadas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paralelo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diversos</a:t>
            </a:r>
            <a:r>
              <a:rPr lang="en-US" dirty="0"/>
              <a:t> </a:t>
            </a:r>
            <a:r>
              <a:rPr lang="en-US" dirty="0" err="1"/>
              <a:t>processadores</a:t>
            </a:r>
            <a:r>
              <a:rPr lang="en-US" dirty="0"/>
              <a:t> da </a:t>
            </a:r>
            <a:r>
              <a:rPr lang="en-US" dirty="0" err="1"/>
              <a:t>máquina</a:t>
            </a:r>
            <a:r>
              <a:rPr lang="en-US" dirty="0"/>
              <a:t>.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834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516078"/>
            <a:ext cx="7024744" cy="1143000"/>
          </a:xfrm>
        </p:spPr>
        <p:txBody>
          <a:bodyPr/>
          <a:lstStyle/>
          <a:p>
            <a:pPr algn="just"/>
            <a:r>
              <a:rPr lang="pt-BR" dirty="0"/>
              <a:t>Sequencial X Paralelo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05" y="1939464"/>
            <a:ext cx="7927830" cy="329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3989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Austin.thmx</Template>
  <TotalTime>21157</TotalTime>
  <Words>676</Words>
  <Application>Microsoft Office PowerPoint</Application>
  <PresentationFormat>Apresentação na tela (4:3)</PresentationFormat>
  <Paragraphs>113</Paragraphs>
  <Slides>19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Century Gothic</vt:lpstr>
      <vt:lpstr>Wingdings 2</vt:lpstr>
      <vt:lpstr>Austin</vt:lpstr>
      <vt:lpstr>Tipos de Software</vt:lpstr>
      <vt:lpstr>Software está em todo lugar…</vt:lpstr>
      <vt:lpstr>… em formas diferenciadas</vt:lpstr>
      <vt:lpstr>1-Software Aplicativo x Software de Sistema</vt:lpstr>
      <vt:lpstr>1-Software Aplicativo x Software de Sistema</vt:lpstr>
      <vt:lpstr>Apresentação do PowerPoint</vt:lpstr>
      <vt:lpstr>Apresentação do PowerPoint</vt:lpstr>
      <vt:lpstr>2- Software genérico X embutido</vt:lpstr>
      <vt:lpstr>Apresentação do PowerPoint</vt:lpstr>
      <vt:lpstr>3 -Software compilado x interpretado</vt:lpstr>
      <vt:lpstr>Software compilado</vt:lpstr>
      <vt:lpstr>3.2-Software interpretado</vt:lpstr>
      <vt:lpstr>Software interpretado</vt:lpstr>
      <vt:lpstr>JAVA</vt:lpstr>
      <vt:lpstr>4- Monolítico X Distribuído</vt:lpstr>
      <vt:lpstr>Monolítico X Distribuído</vt:lpstr>
      <vt:lpstr>5- Nativo X Web</vt:lpstr>
      <vt:lpstr>6- Sequencial X Paralelo</vt:lpstr>
      <vt:lpstr>Sequencial X Paralelo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Engenharia de Software</dc:title>
  <dc:creator>Anonymous Reviewer</dc:creator>
  <cp:lastModifiedBy>Ediraldo junior</cp:lastModifiedBy>
  <cp:revision>193</cp:revision>
  <cp:lastPrinted>2016-10-07T22:48:55Z</cp:lastPrinted>
  <dcterms:created xsi:type="dcterms:W3CDTF">2016-02-04T13:02:28Z</dcterms:created>
  <dcterms:modified xsi:type="dcterms:W3CDTF">2021-10-13T02:28:22Z</dcterms:modified>
</cp:coreProperties>
</file>